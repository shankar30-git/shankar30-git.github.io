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12192000"/>
  <p:notesSz cx="6858000" cy="9144000"/>
  <p:embeddedFontLst>
    <p:embeddedFont>
      <p:font typeface="Century Gothic"/>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h3e+BQldfTsDB5/UGNvIFhH8mi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C9F511-DEBD-497E-9A65-B04C358927D9}">
  <a:tblStyle styleId="{8DC9F511-DEBD-497E-9A65-B04C358927D9}" styleName="Table_0">
    <a:wholeTbl>
      <a:tcTxStyle b="off" i="off">
        <a:font>
          <a:latin typeface="Century Gothic"/>
          <a:ea typeface="Century Gothic"/>
          <a:cs typeface="Century Gothic"/>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78440E9-BBE4-4DAC-B7B8-E2751097FF3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CenturyGothic-regular.fntdata"/><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CenturyGothic-italic.fntdata"/><Relationship Id="rId21" Type="http://schemas.openxmlformats.org/officeDocument/2006/relationships/slide" Target="slides/slide16.xml"/><Relationship Id="rId43" Type="http://schemas.openxmlformats.org/officeDocument/2006/relationships/font" Target="fonts/CenturyGothic-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CenturyGothic-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indent="-228600" lvl="1" marL="9144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2pPr>
            <a:lvl3pPr indent="-228600" lvl="2" marL="13716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3pPr>
            <a:lvl4pPr indent="-228600" lvl="3" marL="18288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4pPr>
            <a:lvl5pPr indent="-228600" lvl="4" marL="22860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6pPr>
            <a:lvl7pPr indent="-228600" lvl="6" marL="32004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7pPr>
            <a:lvl8pPr indent="-228600" lvl="7" marL="36576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8pPr>
            <a:lvl9pPr indent="-228600" lvl="8" marL="41148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entury Gothic"/>
                <a:ea typeface="Century Gothic"/>
                <a:cs typeface="Century Gothic"/>
                <a:sym typeface="Century Gothic"/>
              </a:rPr>
              <a:t>‹#›</a:t>
            </a:fld>
            <a:endParaRPr b="0" i="0" sz="1200" u="none" cap="none" strike="noStrike">
              <a:solidFill>
                <a:schemeClr val="dk1"/>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 name="Shape 23"/>
        <p:cNvGrpSpPr/>
        <p:nvPr/>
      </p:nvGrpSpPr>
      <p:grpSpPr>
        <a:xfrm>
          <a:off x="0" y="0"/>
          <a:ext cx="0" cy="0"/>
          <a:chOff x="0" y="0"/>
          <a:chExt cx="0" cy="0"/>
        </a:xfrm>
      </p:grpSpPr>
      <p:grpSp>
        <p:nvGrpSpPr>
          <p:cNvPr id="24" name="Google Shape;24;p38"/>
          <p:cNvGrpSpPr/>
          <p:nvPr/>
        </p:nvGrpSpPr>
        <p:grpSpPr>
          <a:xfrm>
            <a:off x="0" y="0"/>
            <a:ext cx="12192000" cy="6858000"/>
            <a:chOff x="0" y="0"/>
            <a:chExt cx="12192000" cy="6858000"/>
          </a:xfrm>
        </p:grpSpPr>
        <p:sp>
          <p:nvSpPr>
            <p:cNvPr id="25" name="Google Shape;25;p38"/>
            <p:cNvSpPr/>
            <p:nvPr/>
          </p:nvSpPr>
          <p:spPr>
            <a:xfrm>
              <a:off x="0" y="0"/>
              <a:ext cx="12192000" cy="6858000"/>
            </a:xfrm>
            <a:prstGeom prst="rect">
              <a:avLst/>
            </a:prstGeom>
            <a:solidFill>
              <a:schemeClr val="lt1"/>
            </a:solidFill>
            <a:ln cap="flat" cmpd="sng" w="10775">
              <a:solidFill>
                <a:srgbClr val="7E60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6" name="Google Shape;26;p38"/>
            <p:cNvSpPr/>
            <p:nvPr/>
          </p:nvSpPr>
          <p:spPr>
            <a:xfrm flipH="1">
              <a:off x="9045819" y="1600200"/>
              <a:ext cx="1524000" cy="1524000"/>
            </a:xfrm>
            <a:prstGeom prst="ellipse">
              <a:avLst/>
            </a:prstGeom>
            <a:solidFill>
              <a:srgbClr val="E5E5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 name="Google Shape;27;p38"/>
            <p:cNvSpPr/>
            <p:nvPr/>
          </p:nvSpPr>
          <p:spPr>
            <a:xfrm flipH="1">
              <a:off x="7255119" y="1600200"/>
              <a:ext cx="1524000" cy="1524000"/>
            </a:xfrm>
            <a:prstGeom prst="ellipse">
              <a:avLst/>
            </a:prstGeom>
            <a:solidFill>
              <a:srgbClr val="E5E5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 name="Google Shape;28;p38"/>
            <p:cNvSpPr/>
            <p:nvPr/>
          </p:nvSpPr>
          <p:spPr>
            <a:xfrm flipH="1">
              <a:off x="5464419" y="1600200"/>
              <a:ext cx="1524000" cy="1524000"/>
            </a:xfrm>
            <a:prstGeom prst="ellipse">
              <a:avLst/>
            </a:prstGeom>
            <a:noFill/>
            <a:ln cap="flat" cmpd="sng" w="28575">
              <a:solidFill>
                <a:srgbClr val="E5E5F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 name="Google Shape;29;p38"/>
            <p:cNvSpPr/>
            <p:nvPr/>
          </p:nvSpPr>
          <p:spPr>
            <a:xfrm flipH="1">
              <a:off x="5464419" y="3276600"/>
              <a:ext cx="1524000" cy="1524000"/>
            </a:xfrm>
            <a:prstGeom prst="ellipse">
              <a:avLst/>
            </a:prstGeom>
            <a:solidFill>
              <a:srgbClr val="E5E5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 name="Google Shape;30;p38"/>
            <p:cNvSpPr/>
            <p:nvPr/>
          </p:nvSpPr>
          <p:spPr>
            <a:xfrm flipH="1">
              <a:off x="3732457" y="3276600"/>
              <a:ext cx="1524000" cy="1524000"/>
            </a:xfrm>
            <a:prstGeom prst="ellipse">
              <a:avLst/>
            </a:prstGeom>
            <a:solidFill>
              <a:srgbClr val="E5E5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 name="Google Shape;31;p38"/>
            <p:cNvSpPr/>
            <p:nvPr/>
          </p:nvSpPr>
          <p:spPr>
            <a:xfrm flipH="1">
              <a:off x="9045819" y="3276600"/>
              <a:ext cx="1524000" cy="1524000"/>
            </a:xfrm>
            <a:prstGeom prst="ellipse">
              <a:avLst/>
            </a:prstGeom>
            <a:noFill/>
            <a:ln cap="flat" cmpd="sng" w="28575">
              <a:solidFill>
                <a:srgbClr val="E5E5F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32" name="Google Shape;32;p38"/>
          <p:cNvSpPr txBox="1"/>
          <p:nvPr>
            <p:ph type="ctrTitle"/>
          </p:nvPr>
        </p:nvSpPr>
        <p:spPr>
          <a:xfrm>
            <a:off x="1524000" y="1041400"/>
            <a:ext cx="9144000" cy="2387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80799A"/>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720"/>
              </a:spcBef>
              <a:spcAft>
                <a:spcPts val="0"/>
              </a:spcAft>
              <a:buSzPts val="1680"/>
              <a:buNone/>
              <a:defRPr b="1" i="0" sz="2400">
                <a:solidFill>
                  <a:srgbClr val="455673"/>
                </a:solidFill>
              </a:defRPr>
            </a:lvl1pPr>
            <a:lvl2pPr lvl="1" algn="ctr">
              <a:lnSpc>
                <a:spcPct val="90000"/>
              </a:lnSpc>
              <a:spcBef>
                <a:spcPts val="600"/>
              </a:spcBef>
              <a:spcAft>
                <a:spcPts val="0"/>
              </a:spcAft>
              <a:buSzPts val="1400"/>
              <a:buNone/>
              <a:defRPr sz="2000"/>
            </a:lvl2pPr>
            <a:lvl3pPr lvl="2" algn="ctr">
              <a:lnSpc>
                <a:spcPct val="90000"/>
              </a:lnSpc>
              <a:spcBef>
                <a:spcPts val="540"/>
              </a:spcBef>
              <a:spcAft>
                <a:spcPts val="0"/>
              </a:spcAft>
              <a:buSzPts val="1260"/>
              <a:buNone/>
              <a:defRPr sz="1800"/>
            </a:lvl3pPr>
            <a:lvl4pPr lvl="3" algn="ctr">
              <a:lnSpc>
                <a:spcPct val="90000"/>
              </a:lnSpc>
              <a:spcBef>
                <a:spcPts val="480"/>
              </a:spcBef>
              <a:spcAft>
                <a:spcPts val="0"/>
              </a:spcAft>
              <a:buSzPts val="1120"/>
              <a:buNone/>
              <a:defRPr sz="1600"/>
            </a:lvl4pPr>
            <a:lvl5pPr lvl="4" algn="ctr">
              <a:lnSpc>
                <a:spcPct val="90000"/>
              </a:lnSpc>
              <a:spcBef>
                <a:spcPts val="480"/>
              </a:spcBef>
              <a:spcAft>
                <a:spcPts val="0"/>
              </a:spcAft>
              <a:buClr>
                <a:schemeClr val="dk1"/>
              </a:buClr>
              <a:buSzPts val="1120"/>
              <a:buNone/>
              <a:defRPr sz="1600"/>
            </a:lvl5pPr>
            <a:lvl6pPr lvl="5" algn="ctr">
              <a:lnSpc>
                <a:spcPct val="90000"/>
              </a:lnSpc>
              <a:spcBef>
                <a:spcPts val="480"/>
              </a:spcBef>
              <a:spcAft>
                <a:spcPts val="0"/>
              </a:spcAft>
              <a:buSzPts val="1120"/>
              <a:buNone/>
              <a:defRPr sz="1600"/>
            </a:lvl6pPr>
            <a:lvl7pPr lvl="6" algn="ctr">
              <a:lnSpc>
                <a:spcPct val="90000"/>
              </a:lnSpc>
              <a:spcBef>
                <a:spcPts val="480"/>
              </a:spcBef>
              <a:spcAft>
                <a:spcPts val="0"/>
              </a:spcAft>
              <a:buSzPts val="1120"/>
              <a:buNone/>
              <a:defRPr sz="1600"/>
            </a:lvl7pPr>
            <a:lvl8pPr lvl="7" algn="ctr">
              <a:lnSpc>
                <a:spcPct val="90000"/>
              </a:lnSpc>
              <a:spcBef>
                <a:spcPts val="480"/>
              </a:spcBef>
              <a:spcAft>
                <a:spcPts val="0"/>
              </a:spcAft>
              <a:buSzPts val="1120"/>
              <a:buNone/>
              <a:defRPr sz="1600"/>
            </a:lvl8pPr>
            <a:lvl9pPr lvl="8" algn="ctr">
              <a:lnSpc>
                <a:spcPct val="90000"/>
              </a:lnSpc>
              <a:spcBef>
                <a:spcPts val="480"/>
              </a:spcBef>
              <a:spcAft>
                <a:spcPts val="0"/>
              </a:spcAft>
              <a:buSzPts val="1120"/>
              <a:buNone/>
              <a:defRPr sz="1600"/>
            </a:lvl9pPr>
          </a:lstStyle>
          <a:p/>
        </p:txBody>
      </p:sp>
      <p:sp>
        <p:nvSpPr>
          <p:cNvPr id="34" name="Google Shape;34;p38"/>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8"/>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8"/>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80799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08610" lvl="0" marL="457200" algn="l">
              <a:lnSpc>
                <a:spcPct val="90000"/>
              </a:lnSpc>
              <a:spcBef>
                <a:spcPts val="540"/>
              </a:spcBef>
              <a:spcAft>
                <a:spcPts val="0"/>
              </a:spcAft>
              <a:buSzPts val="1260"/>
              <a:buChar char="◉"/>
              <a:defRPr/>
            </a:lvl1pPr>
            <a:lvl2pPr indent="-308610" lvl="1" marL="914400" algn="l">
              <a:lnSpc>
                <a:spcPct val="90000"/>
              </a:lnSpc>
              <a:spcBef>
                <a:spcPts val="540"/>
              </a:spcBef>
              <a:spcAft>
                <a:spcPts val="0"/>
              </a:spcAft>
              <a:buSzPts val="1260"/>
              <a:buChar char="◉"/>
              <a:defRPr/>
            </a:lvl2pPr>
            <a:lvl3pPr indent="-308610" lvl="2" marL="1371600" algn="l">
              <a:lnSpc>
                <a:spcPct val="90000"/>
              </a:lnSpc>
              <a:spcBef>
                <a:spcPts val="540"/>
              </a:spcBef>
              <a:spcAft>
                <a:spcPts val="0"/>
              </a:spcAft>
              <a:buSzPts val="1260"/>
              <a:buChar char="◉"/>
              <a:defRPr/>
            </a:lvl3pPr>
            <a:lvl4pPr indent="-308610" lvl="3" marL="1828800" algn="l">
              <a:lnSpc>
                <a:spcPct val="90000"/>
              </a:lnSpc>
              <a:spcBef>
                <a:spcPts val="540"/>
              </a:spcBef>
              <a:spcAft>
                <a:spcPts val="0"/>
              </a:spcAft>
              <a:buSzPts val="1260"/>
              <a:buChar char="◉"/>
              <a:defRPr/>
            </a:lvl4pPr>
            <a:lvl5pPr indent="-308610" lvl="4" marL="2286000" algn="l">
              <a:lnSpc>
                <a:spcPct val="90000"/>
              </a:lnSpc>
              <a:spcBef>
                <a:spcPts val="540"/>
              </a:spcBef>
              <a:spcAft>
                <a:spcPts val="0"/>
              </a:spcAft>
              <a:buClr>
                <a:schemeClr val="dk1"/>
              </a:buClr>
              <a:buSzPts val="1260"/>
              <a:buChar char="◉"/>
              <a:defRPr/>
            </a:lvl5pPr>
            <a:lvl6pPr indent="-308610" lvl="5" marL="2743200" algn="l">
              <a:lnSpc>
                <a:spcPct val="90000"/>
              </a:lnSpc>
              <a:spcBef>
                <a:spcPts val="540"/>
              </a:spcBef>
              <a:spcAft>
                <a:spcPts val="0"/>
              </a:spcAft>
              <a:buSzPts val="1260"/>
              <a:buChar char="◉"/>
              <a:defRPr/>
            </a:lvl6pPr>
            <a:lvl7pPr indent="-308610" lvl="6" marL="3200400" algn="l">
              <a:lnSpc>
                <a:spcPct val="90000"/>
              </a:lnSpc>
              <a:spcBef>
                <a:spcPts val="540"/>
              </a:spcBef>
              <a:spcAft>
                <a:spcPts val="0"/>
              </a:spcAft>
              <a:buSzPts val="1260"/>
              <a:buChar char="◉"/>
              <a:defRPr/>
            </a:lvl7pPr>
            <a:lvl8pPr indent="-308609" lvl="7" marL="3657600" algn="l">
              <a:lnSpc>
                <a:spcPct val="90000"/>
              </a:lnSpc>
              <a:spcBef>
                <a:spcPts val="540"/>
              </a:spcBef>
              <a:spcAft>
                <a:spcPts val="0"/>
              </a:spcAft>
              <a:buSzPts val="1260"/>
              <a:buChar char="◉"/>
              <a:defRPr/>
            </a:lvl8pPr>
            <a:lvl9pPr indent="-308609" lvl="8" marL="4114800" algn="l">
              <a:lnSpc>
                <a:spcPct val="90000"/>
              </a:lnSpc>
              <a:spcBef>
                <a:spcPts val="540"/>
              </a:spcBef>
              <a:spcAft>
                <a:spcPts val="0"/>
              </a:spcAft>
              <a:buSzPts val="1260"/>
              <a:buChar char="◉"/>
              <a:defRPr/>
            </a:lvl9pPr>
          </a:lstStyle>
          <a:p/>
        </p:txBody>
      </p:sp>
      <p:sp>
        <p:nvSpPr>
          <p:cNvPr id="40" name="Google Shape;40;p39"/>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9"/>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9"/>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2"/>
                </a:solidFill>
                <a:latin typeface="Century Gothic"/>
                <a:ea typeface="Century Gothic"/>
                <a:cs typeface="Century Gothic"/>
                <a:sym typeface="Century Gothic"/>
              </a:defRPr>
            </a:lvl1pPr>
            <a:lvl2pPr indent="0" lvl="1" marL="0" algn="r">
              <a:spcBef>
                <a:spcPts val="0"/>
              </a:spcBef>
              <a:buNone/>
              <a:defRPr b="0" i="0" sz="1200" u="none" cap="none" strike="noStrike">
                <a:solidFill>
                  <a:schemeClr val="dk2"/>
                </a:solidFill>
                <a:latin typeface="Century Gothic"/>
                <a:ea typeface="Century Gothic"/>
                <a:cs typeface="Century Gothic"/>
                <a:sym typeface="Century Gothic"/>
              </a:defRPr>
            </a:lvl2pPr>
            <a:lvl3pPr indent="0" lvl="2" marL="0" algn="r">
              <a:spcBef>
                <a:spcPts val="0"/>
              </a:spcBef>
              <a:buNone/>
              <a:defRPr b="0" i="0" sz="1200" u="none" cap="none" strike="noStrike">
                <a:solidFill>
                  <a:schemeClr val="dk2"/>
                </a:solidFill>
                <a:latin typeface="Century Gothic"/>
                <a:ea typeface="Century Gothic"/>
                <a:cs typeface="Century Gothic"/>
                <a:sym typeface="Century Gothic"/>
              </a:defRPr>
            </a:lvl3pPr>
            <a:lvl4pPr indent="0" lvl="3" marL="0" algn="r">
              <a:spcBef>
                <a:spcPts val="0"/>
              </a:spcBef>
              <a:buNone/>
              <a:defRPr b="0" i="0" sz="1200" u="none" cap="none" strike="noStrike">
                <a:solidFill>
                  <a:schemeClr val="dk2"/>
                </a:solidFill>
                <a:latin typeface="Century Gothic"/>
                <a:ea typeface="Century Gothic"/>
                <a:cs typeface="Century Gothic"/>
                <a:sym typeface="Century Gothic"/>
              </a:defRPr>
            </a:lvl4pPr>
            <a:lvl5pPr indent="0" lvl="4" marL="0" algn="r">
              <a:spcBef>
                <a:spcPts val="0"/>
              </a:spcBef>
              <a:buNone/>
              <a:defRPr b="0" i="0" sz="1200" u="none" cap="none" strike="noStrike">
                <a:solidFill>
                  <a:schemeClr val="dk2"/>
                </a:solidFill>
                <a:latin typeface="Century Gothic"/>
                <a:ea typeface="Century Gothic"/>
                <a:cs typeface="Century Gothic"/>
                <a:sym typeface="Century Gothic"/>
              </a:defRPr>
            </a:lvl5pPr>
            <a:lvl6pPr indent="0" lvl="5" marL="0" algn="r">
              <a:spcBef>
                <a:spcPts val="0"/>
              </a:spcBef>
              <a:buNone/>
              <a:defRPr b="0" i="0" sz="1200" u="none" cap="none" strike="noStrike">
                <a:solidFill>
                  <a:schemeClr val="dk2"/>
                </a:solidFill>
                <a:latin typeface="Century Gothic"/>
                <a:ea typeface="Century Gothic"/>
                <a:cs typeface="Century Gothic"/>
                <a:sym typeface="Century Gothic"/>
              </a:defRPr>
            </a:lvl6pPr>
            <a:lvl7pPr indent="0" lvl="6" marL="0" algn="r">
              <a:spcBef>
                <a:spcPts val="0"/>
              </a:spcBef>
              <a:buNone/>
              <a:defRPr b="0" i="0" sz="1200" u="none" cap="none" strike="noStrike">
                <a:solidFill>
                  <a:schemeClr val="dk2"/>
                </a:solidFill>
                <a:latin typeface="Century Gothic"/>
                <a:ea typeface="Century Gothic"/>
                <a:cs typeface="Century Gothic"/>
                <a:sym typeface="Century Gothic"/>
              </a:defRPr>
            </a:lvl7pPr>
            <a:lvl8pPr indent="0" lvl="7" marL="0" algn="r">
              <a:spcBef>
                <a:spcPts val="0"/>
              </a:spcBef>
              <a:buNone/>
              <a:defRPr b="0" i="0" sz="1200" u="none" cap="none" strike="noStrike">
                <a:solidFill>
                  <a:schemeClr val="dk2"/>
                </a:solidFill>
                <a:latin typeface="Century Gothic"/>
                <a:ea typeface="Century Gothic"/>
                <a:cs typeface="Century Gothic"/>
                <a:sym typeface="Century Gothic"/>
              </a:defRPr>
            </a:lvl8pPr>
            <a:lvl9pPr indent="0" lvl="8" marL="0" algn="r">
              <a:spcBef>
                <a:spcPts val="0"/>
              </a:spcBef>
              <a:buNone/>
              <a:defRPr b="0" i="0" sz="1200" u="none" cap="none" strike="noStrike">
                <a:solidFill>
                  <a:schemeClr val="dk2"/>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80799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53060" lvl="0" marL="457200" algn="l">
              <a:lnSpc>
                <a:spcPct val="90000"/>
              </a:lnSpc>
              <a:spcBef>
                <a:spcPts val="840"/>
              </a:spcBef>
              <a:spcAft>
                <a:spcPts val="0"/>
              </a:spcAft>
              <a:buSzPts val="1960"/>
              <a:buChar char="◉"/>
              <a:defRPr sz="2800"/>
            </a:lvl1pPr>
            <a:lvl2pPr indent="-335280" lvl="1" marL="914400" algn="l">
              <a:lnSpc>
                <a:spcPct val="90000"/>
              </a:lnSpc>
              <a:spcBef>
                <a:spcPts val="720"/>
              </a:spcBef>
              <a:spcAft>
                <a:spcPts val="0"/>
              </a:spcAft>
              <a:buSzPts val="1680"/>
              <a:buChar char="◉"/>
              <a:defRPr sz="2400"/>
            </a:lvl2pPr>
            <a:lvl3pPr indent="-317500" lvl="2" marL="1371600" algn="l">
              <a:lnSpc>
                <a:spcPct val="90000"/>
              </a:lnSpc>
              <a:spcBef>
                <a:spcPts val="600"/>
              </a:spcBef>
              <a:spcAft>
                <a:spcPts val="0"/>
              </a:spcAft>
              <a:buSzPts val="1400"/>
              <a:buChar char="◉"/>
              <a:defRPr sz="2000"/>
            </a:lvl3pPr>
            <a:lvl4pPr indent="-308610" lvl="3" marL="1828800" algn="l">
              <a:lnSpc>
                <a:spcPct val="90000"/>
              </a:lnSpc>
              <a:spcBef>
                <a:spcPts val="540"/>
              </a:spcBef>
              <a:spcAft>
                <a:spcPts val="0"/>
              </a:spcAft>
              <a:buSzPts val="1260"/>
              <a:buChar char="◉"/>
              <a:defRPr sz="1800"/>
            </a:lvl4pPr>
            <a:lvl5pPr indent="-308610" lvl="4" marL="2286000" algn="l">
              <a:lnSpc>
                <a:spcPct val="90000"/>
              </a:lnSpc>
              <a:spcBef>
                <a:spcPts val="540"/>
              </a:spcBef>
              <a:spcAft>
                <a:spcPts val="0"/>
              </a:spcAft>
              <a:buClr>
                <a:schemeClr val="dk1"/>
              </a:buClr>
              <a:buSzPts val="1260"/>
              <a:buChar char="◉"/>
              <a:defRPr sz="1800"/>
            </a:lvl5pPr>
            <a:lvl6pPr indent="-308610" lvl="5" marL="2743200" algn="l">
              <a:lnSpc>
                <a:spcPct val="90000"/>
              </a:lnSpc>
              <a:spcBef>
                <a:spcPts val="540"/>
              </a:spcBef>
              <a:spcAft>
                <a:spcPts val="0"/>
              </a:spcAft>
              <a:buSzPts val="1260"/>
              <a:buChar char="◉"/>
              <a:defRPr sz="1800"/>
            </a:lvl6pPr>
            <a:lvl7pPr indent="-308610" lvl="6" marL="3200400" algn="l">
              <a:lnSpc>
                <a:spcPct val="90000"/>
              </a:lnSpc>
              <a:spcBef>
                <a:spcPts val="540"/>
              </a:spcBef>
              <a:spcAft>
                <a:spcPts val="0"/>
              </a:spcAft>
              <a:buSzPts val="1260"/>
              <a:buChar char="◉"/>
              <a:defRPr sz="1800"/>
            </a:lvl7pPr>
            <a:lvl8pPr indent="-308609" lvl="7" marL="3657600" algn="l">
              <a:lnSpc>
                <a:spcPct val="90000"/>
              </a:lnSpc>
              <a:spcBef>
                <a:spcPts val="540"/>
              </a:spcBef>
              <a:spcAft>
                <a:spcPts val="0"/>
              </a:spcAft>
              <a:buSzPts val="1260"/>
              <a:buChar char="◉"/>
              <a:defRPr sz="1800"/>
            </a:lvl8pPr>
            <a:lvl9pPr indent="-308609" lvl="8" marL="4114800" algn="l">
              <a:lnSpc>
                <a:spcPct val="90000"/>
              </a:lnSpc>
              <a:spcBef>
                <a:spcPts val="540"/>
              </a:spcBef>
              <a:spcAft>
                <a:spcPts val="0"/>
              </a:spcAft>
              <a:buSzPts val="1260"/>
              <a:buChar char="◉"/>
              <a:defRPr sz="1800"/>
            </a:lvl9pPr>
          </a:lstStyle>
          <a:p/>
        </p:txBody>
      </p:sp>
      <p:sp>
        <p:nvSpPr>
          <p:cNvPr id="46" name="Google Shape;46;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53060" lvl="0" marL="457200" algn="l">
              <a:lnSpc>
                <a:spcPct val="90000"/>
              </a:lnSpc>
              <a:spcBef>
                <a:spcPts val="840"/>
              </a:spcBef>
              <a:spcAft>
                <a:spcPts val="0"/>
              </a:spcAft>
              <a:buSzPts val="1960"/>
              <a:buChar char="◉"/>
              <a:defRPr sz="2800"/>
            </a:lvl1pPr>
            <a:lvl2pPr indent="-335280" lvl="1" marL="914400" algn="l">
              <a:lnSpc>
                <a:spcPct val="90000"/>
              </a:lnSpc>
              <a:spcBef>
                <a:spcPts val="720"/>
              </a:spcBef>
              <a:spcAft>
                <a:spcPts val="0"/>
              </a:spcAft>
              <a:buSzPts val="1680"/>
              <a:buChar char="◉"/>
              <a:defRPr sz="2400"/>
            </a:lvl2pPr>
            <a:lvl3pPr indent="-317500" lvl="2" marL="1371600" algn="l">
              <a:lnSpc>
                <a:spcPct val="90000"/>
              </a:lnSpc>
              <a:spcBef>
                <a:spcPts val="600"/>
              </a:spcBef>
              <a:spcAft>
                <a:spcPts val="0"/>
              </a:spcAft>
              <a:buSzPts val="1400"/>
              <a:buChar char="◉"/>
              <a:defRPr sz="2000"/>
            </a:lvl3pPr>
            <a:lvl4pPr indent="-308610" lvl="3" marL="1828800" algn="l">
              <a:lnSpc>
                <a:spcPct val="90000"/>
              </a:lnSpc>
              <a:spcBef>
                <a:spcPts val="540"/>
              </a:spcBef>
              <a:spcAft>
                <a:spcPts val="0"/>
              </a:spcAft>
              <a:buSzPts val="1260"/>
              <a:buChar char="◉"/>
              <a:defRPr sz="1800"/>
            </a:lvl4pPr>
            <a:lvl5pPr indent="-308610" lvl="4" marL="2286000" algn="l">
              <a:lnSpc>
                <a:spcPct val="90000"/>
              </a:lnSpc>
              <a:spcBef>
                <a:spcPts val="540"/>
              </a:spcBef>
              <a:spcAft>
                <a:spcPts val="0"/>
              </a:spcAft>
              <a:buClr>
                <a:schemeClr val="dk1"/>
              </a:buClr>
              <a:buSzPts val="1260"/>
              <a:buChar char="◉"/>
              <a:defRPr sz="1800"/>
            </a:lvl5pPr>
            <a:lvl6pPr indent="-308610" lvl="5" marL="2743200" algn="l">
              <a:lnSpc>
                <a:spcPct val="90000"/>
              </a:lnSpc>
              <a:spcBef>
                <a:spcPts val="540"/>
              </a:spcBef>
              <a:spcAft>
                <a:spcPts val="0"/>
              </a:spcAft>
              <a:buSzPts val="1260"/>
              <a:buChar char="◉"/>
              <a:defRPr sz="1800"/>
            </a:lvl6pPr>
            <a:lvl7pPr indent="-308610" lvl="6" marL="3200400" algn="l">
              <a:lnSpc>
                <a:spcPct val="90000"/>
              </a:lnSpc>
              <a:spcBef>
                <a:spcPts val="540"/>
              </a:spcBef>
              <a:spcAft>
                <a:spcPts val="0"/>
              </a:spcAft>
              <a:buSzPts val="1260"/>
              <a:buChar char="◉"/>
              <a:defRPr sz="1800"/>
            </a:lvl7pPr>
            <a:lvl8pPr indent="-308609" lvl="7" marL="3657600" algn="l">
              <a:lnSpc>
                <a:spcPct val="90000"/>
              </a:lnSpc>
              <a:spcBef>
                <a:spcPts val="540"/>
              </a:spcBef>
              <a:spcAft>
                <a:spcPts val="0"/>
              </a:spcAft>
              <a:buSzPts val="1260"/>
              <a:buChar char="◉"/>
              <a:defRPr sz="1800"/>
            </a:lvl8pPr>
            <a:lvl9pPr indent="-308609" lvl="8" marL="4114800" algn="l">
              <a:lnSpc>
                <a:spcPct val="90000"/>
              </a:lnSpc>
              <a:spcBef>
                <a:spcPts val="540"/>
              </a:spcBef>
              <a:spcAft>
                <a:spcPts val="0"/>
              </a:spcAft>
              <a:buSzPts val="1260"/>
              <a:buChar char="◉"/>
              <a:defRPr sz="1800"/>
            </a:lvl9pPr>
          </a:lstStyle>
          <a:p/>
        </p:txBody>
      </p:sp>
      <p:sp>
        <p:nvSpPr>
          <p:cNvPr id="47" name="Google Shape;47;p40"/>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0"/>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0"/>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1"/>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1"/>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1"/>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4" name="Shape 54"/>
        <p:cNvGrpSpPr/>
        <p:nvPr/>
      </p:nvGrpSpPr>
      <p:grpSpPr>
        <a:xfrm>
          <a:off x="0" y="0"/>
          <a:ext cx="0" cy="0"/>
          <a:chOff x="0" y="0"/>
          <a:chExt cx="0" cy="0"/>
        </a:xfrm>
      </p:grpSpPr>
      <p:sp>
        <p:nvSpPr>
          <p:cNvPr id="55" name="Google Shape;55;p42"/>
          <p:cNvSpPr txBox="1"/>
          <p:nvPr>
            <p:ph type="title"/>
          </p:nvPr>
        </p:nvSpPr>
        <p:spPr>
          <a:xfrm>
            <a:off x="831850" y="1709738"/>
            <a:ext cx="10515600" cy="28622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80799A"/>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20"/>
              </a:spcBef>
              <a:spcAft>
                <a:spcPts val="0"/>
              </a:spcAft>
              <a:buSzPts val="1680"/>
              <a:buNone/>
              <a:defRPr sz="2400"/>
            </a:lvl1pPr>
            <a:lvl2pPr indent="-228600" lvl="1" marL="914400" algn="l">
              <a:lnSpc>
                <a:spcPct val="90000"/>
              </a:lnSpc>
              <a:spcBef>
                <a:spcPts val="600"/>
              </a:spcBef>
              <a:spcAft>
                <a:spcPts val="0"/>
              </a:spcAft>
              <a:buSzPts val="1400"/>
              <a:buNone/>
              <a:defRPr sz="2000"/>
            </a:lvl2pPr>
            <a:lvl3pPr indent="-228600" lvl="2" marL="1371600" algn="l">
              <a:lnSpc>
                <a:spcPct val="90000"/>
              </a:lnSpc>
              <a:spcBef>
                <a:spcPts val="540"/>
              </a:spcBef>
              <a:spcAft>
                <a:spcPts val="0"/>
              </a:spcAft>
              <a:buSzPts val="1260"/>
              <a:buNone/>
              <a:defRPr sz="1800"/>
            </a:lvl3pPr>
            <a:lvl4pPr indent="-228600" lvl="3" marL="1828800" algn="l">
              <a:lnSpc>
                <a:spcPct val="90000"/>
              </a:lnSpc>
              <a:spcBef>
                <a:spcPts val="480"/>
              </a:spcBef>
              <a:spcAft>
                <a:spcPts val="0"/>
              </a:spcAft>
              <a:buSzPts val="1120"/>
              <a:buNone/>
              <a:defRPr sz="1600"/>
            </a:lvl4pPr>
            <a:lvl5pPr indent="-228600" lvl="4" marL="2286000" algn="l">
              <a:lnSpc>
                <a:spcPct val="90000"/>
              </a:lnSpc>
              <a:spcBef>
                <a:spcPts val="480"/>
              </a:spcBef>
              <a:spcAft>
                <a:spcPts val="0"/>
              </a:spcAft>
              <a:buClr>
                <a:schemeClr val="dk1"/>
              </a:buClr>
              <a:buSzPts val="1120"/>
              <a:buNone/>
              <a:defRPr sz="1600"/>
            </a:lvl5pPr>
            <a:lvl6pPr indent="-228600" lvl="5" marL="2743200" algn="l">
              <a:lnSpc>
                <a:spcPct val="90000"/>
              </a:lnSpc>
              <a:spcBef>
                <a:spcPts val="480"/>
              </a:spcBef>
              <a:spcAft>
                <a:spcPts val="0"/>
              </a:spcAft>
              <a:buSzPts val="1120"/>
              <a:buNone/>
              <a:defRPr sz="1600"/>
            </a:lvl6pPr>
            <a:lvl7pPr indent="-228600" lvl="6" marL="3200400" algn="l">
              <a:lnSpc>
                <a:spcPct val="90000"/>
              </a:lnSpc>
              <a:spcBef>
                <a:spcPts val="480"/>
              </a:spcBef>
              <a:spcAft>
                <a:spcPts val="0"/>
              </a:spcAft>
              <a:buSzPts val="1120"/>
              <a:buNone/>
              <a:defRPr sz="1600"/>
            </a:lvl7pPr>
            <a:lvl8pPr indent="-228600" lvl="7" marL="3657600" algn="l">
              <a:lnSpc>
                <a:spcPct val="90000"/>
              </a:lnSpc>
              <a:spcBef>
                <a:spcPts val="480"/>
              </a:spcBef>
              <a:spcAft>
                <a:spcPts val="0"/>
              </a:spcAft>
              <a:buSzPts val="1120"/>
              <a:buNone/>
              <a:defRPr sz="1600"/>
            </a:lvl8pPr>
            <a:lvl9pPr indent="-228600" lvl="8" marL="4114800" algn="l">
              <a:lnSpc>
                <a:spcPct val="90000"/>
              </a:lnSpc>
              <a:spcBef>
                <a:spcPts val="480"/>
              </a:spcBef>
              <a:spcAft>
                <a:spcPts val="0"/>
              </a:spcAft>
              <a:buSzPts val="1120"/>
              <a:buNone/>
              <a:defRPr sz="1600"/>
            </a:lvl9pPr>
          </a:lstStyle>
          <a:p/>
        </p:txBody>
      </p:sp>
      <p:sp>
        <p:nvSpPr>
          <p:cNvPr id="57" name="Google Shape;57;p42"/>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2"/>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2"/>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43"/>
          <p:cNvSpPr txBox="1"/>
          <p:nvPr>
            <p:ph type="title"/>
          </p:nvPr>
        </p:nvSpPr>
        <p:spPr>
          <a:xfrm>
            <a:off x="831850" y="274638"/>
            <a:ext cx="10515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80799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43"/>
          <p:cNvSpPr txBox="1"/>
          <p:nvPr>
            <p:ph idx="1" type="body"/>
          </p:nvPr>
        </p:nvSpPr>
        <p:spPr>
          <a:xfrm>
            <a:off x="831850" y="1489075"/>
            <a:ext cx="5156200"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SzPts val="1680"/>
              <a:buNone/>
              <a:defRPr b="1" sz="2400"/>
            </a:lvl1pPr>
            <a:lvl2pPr indent="-228600" lvl="1" marL="914400" algn="l">
              <a:lnSpc>
                <a:spcPct val="90000"/>
              </a:lnSpc>
              <a:spcBef>
                <a:spcPts val="600"/>
              </a:spcBef>
              <a:spcAft>
                <a:spcPts val="0"/>
              </a:spcAft>
              <a:buSzPts val="1400"/>
              <a:buNone/>
              <a:defRPr b="1" sz="2000"/>
            </a:lvl2pPr>
            <a:lvl3pPr indent="-228600" lvl="2" marL="1371600" algn="l">
              <a:lnSpc>
                <a:spcPct val="90000"/>
              </a:lnSpc>
              <a:spcBef>
                <a:spcPts val="540"/>
              </a:spcBef>
              <a:spcAft>
                <a:spcPts val="0"/>
              </a:spcAft>
              <a:buSzPts val="1260"/>
              <a:buNone/>
              <a:defRPr b="1" sz="1800"/>
            </a:lvl3pPr>
            <a:lvl4pPr indent="-228600" lvl="3" marL="1828800" algn="l">
              <a:lnSpc>
                <a:spcPct val="90000"/>
              </a:lnSpc>
              <a:spcBef>
                <a:spcPts val="480"/>
              </a:spcBef>
              <a:spcAft>
                <a:spcPts val="0"/>
              </a:spcAft>
              <a:buSzPts val="1120"/>
              <a:buNone/>
              <a:defRPr b="1" sz="1600"/>
            </a:lvl4pPr>
            <a:lvl5pPr indent="-228600" lvl="4" marL="2286000" algn="l">
              <a:lnSpc>
                <a:spcPct val="90000"/>
              </a:lnSpc>
              <a:spcBef>
                <a:spcPts val="480"/>
              </a:spcBef>
              <a:spcAft>
                <a:spcPts val="0"/>
              </a:spcAft>
              <a:buClr>
                <a:schemeClr val="dk1"/>
              </a:buClr>
              <a:buSzPts val="1120"/>
              <a:buNone/>
              <a:defRPr b="1" sz="1600"/>
            </a:lvl5pPr>
            <a:lvl6pPr indent="-228600" lvl="5" marL="2743200" algn="l">
              <a:lnSpc>
                <a:spcPct val="90000"/>
              </a:lnSpc>
              <a:spcBef>
                <a:spcPts val="480"/>
              </a:spcBef>
              <a:spcAft>
                <a:spcPts val="0"/>
              </a:spcAft>
              <a:buSzPts val="1120"/>
              <a:buNone/>
              <a:defRPr b="1" sz="1600"/>
            </a:lvl6pPr>
            <a:lvl7pPr indent="-228600" lvl="6" marL="3200400" algn="l">
              <a:lnSpc>
                <a:spcPct val="90000"/>
              </a:lnSpc>
              <a:spcBef>
                <a:spcPts val="480"/>
              </a:spcBef>
              <a:spcAft>
                <a:spcPts val="0"/>
              </a:spcAft>
              <a:buSzPts val="1120"/>
              <a:buNone/>
              <a:defRPr b="1" sz="1600"/>
            </a:lvl7pPr>
            <a:lvl8pPr indent="-228600" lvl="7" marL="3657600" algn="l">
              <a:lnSpc>
                <a:spcPct val="90000"/>
              </a:lnSpc>
              <a:spcBef>
                <a:spcPts val="480"/>
              </a:spcBef>
              <a:spcAft>
                <a:spcPts val="0"/>
              </a:spcAft>
              <a:buSzPts val="1120"/>
              <a:buNone/>
              <a:defRPr b="1" sz="1600"/>
            </a:lvl8pPr>
            <a:lvl9pPr indent="-228600" lvl="8" marL="4114800" algn="l">
              <a:lnSpc>
                <a:spcPct val="90000"/>
              </a:lnSpc>
              <a:spcBef>
                <a:spcPts val="480"/>
              </a:spcBef>
              <a:spcAft>
                <a:spcPts val="0"/>
              </a:spcAft>
              <a:buSzPts val="1120"/>
              <a:buNone/>
              <a:defRPr b="1" sz="1600"/>
            </a:lvl9pPr>
          </a:lstStyle>
          <a:p/>
        </p:txBody>
      </p:sp>
      <p:sp>
        <p:nvSpPr>
          <p:cNvPr id="63" name="Google Shape;63;p43"/>
          <p:cNvSpPr txBox="1"/>
          <p:nvPr>
            <p:ph idx="2" type="body"/>
          </p:nvPr>
        </p:nvSpPr>
        <p:spPr>
          <a:xfrm>
            <a:off x="831850" y="2193925"/>
            <a:ext cx="5156200" cy="3978275"/>
          </a:xfrm>
          <a:prstGeom prst="rect">
            <a:avLst/>
          </a:prstGeom>
          <a:noFill/>
          <a:ln>
            <a:noFill/>
          </a:ln>
        </p:spPr>
        <p:txBody>
          <a:bodyPr anchorCtr="0" anchor="t" bIns="45700" lIns="91425" spcFirstLastPara="1" rIns="91425" wrap="square" tIns="45700">
            <a:normAutofit/>
          </a:bodyPr>
          <a:lstStyle>
            <a:lvl1pPr indent="-335280" lvl="0" marL="457200" algn="l">
              <a:lnSpc>
                <a:spcPct val="90000"/>
              </a:lnSpc>
              <a:spcBef>
                <a:spcPts val="720"/>
              </a:spcBef>
              <a:spcAft>
                <a:spcPts val="0"/>
              </a:spcAft>
              <a:buSzPts val="1680"/>
              <a:buChar char="◉"/>
              <a:defRPr sz="2400"/>
            </a:lvl1pPr>
            <a:lvl2pPr indent="-317500" lvl="1" marL="914400" algn="l">
              <a:lnSpc>
                <a:spcPct val="90000"/>
              </a:lnSpc>
              <a:spcBef>
                <a:spcPts val="600"/>
              </a:spcBef>
              <a:spcAft>
                <a:spcPts val="0"/>
              </a:spcAft>
              <a:buSzPts val="1400"/>
              <a:buChar char="◉"/>
              <a:defRPr sz="2000"/>
            </a:lvl2pPr>
            <a:lvl3pPr indent="-308610" lvl="2" marL="1371600" algn="l">
              <a:lnSpc>
                <a:spcPct val="90000"/>
              </a:lnSpc>
              <a:spcBef>
                <a:spcPts val="540"/>
              </a:spcBef>
              <a:spcAft>
                <a:spcPts val="0"/>
              </a:spcAft>
              <a:buSzPts val="1260"/>
              <a:buChar char="◉"/>
              <a:defRPr sz="1800"/>
            </a:lvl3pPr>
            <a:lvl4pPr indent="-299719" lvl="3" marL="1828800" algn="l">
              <a:lnSpc>
                <a:spcPct val="90000"/>
              </a:lnSpc>
              <a:spcBef>
                <a:spcPts val="480"/>
              </a:spcBef>
              <a:spcAft>
                <a:spcPts val="0"/>
              </a:spcAft>
              <a:buSzPts val="1120"/>
              <a:buChar char="◉"/>
              <a:defRPr sz="1600"/>
            </a:lvl4pPr>
            <a:lvl5pPr indent="-299720" lvl="4" marL="2286000" algn="l">
              <a:lnSpc>
                <a:spcPct val="90000"/>
              </a:lnSpc>
              <a:spcBef>
                <a:spcPts val="480"/>
              </a:spcBef>
              <a:spcAft>
                <a:spcPts val="0"/>
              </a:spcAft>
              <a:buClr>
                <a:schemeClr val="dk1"/>
              </a:buClr>
              <a:buSzPts val="1120"/>
              <a:buChar char="◉"/>
              <a:defRPr sz="1600"/>
            </a:lvl5pPr>
            <a:lvl6pPr indent="-299720" lvl="5" marL="2743200" algn="l">
              <a:lnSpc>
                <a:spcPct val="90000"/>
              </a:lnSpc>
              <a:spcBef>
                <a:spcPts val="480"/>
              </a:spcBef>
              <a:spcAft>
                <a:spcPts val="0"/>
              </a:spcAft>
              <a:buSzPts val="1120"/>
              <a:buChar char="◉"/>
              <a:defRPr sz="1600"/>
            </a:lvl6pPr>
            <a:lvl7pPr indent="-299720" lvl="6" marL="3200400" algn="l">
              <a:lnSpc>
                <a:spcPct val="90000"/>
              </a:lnSpc>
              <a:spcBef>
                <a:spcPts val="480"/>
              </a:spcBef>
              <a:spcAft>
                <a:spcPts val="0"/>
              </a:spcAft>
              <a:buSzPts val="1120"/>
              <a:buChar char="◉"/>
              <a:defRPr sz="1600"/>
            </a:lvl7pPr>
            <a:lvl8pPr indent="-299720" lvl="7" marL="3657600" algn="l">
              <a:lnSpc>
                <a:spcPct val="90000"/>
              </a:lnSpc>
              <a:spcBef>
                <a:spcPts val="480"/>
              </a:spcBef>
              <a:spcAft>
                <a:spcPts val="0"/>
              </a:spcAft>
              <a:buSzPts val="1120"/>
              <a:buChar char="◉"/>
              <a:defRPr sz="1600"/>
            </a:lvl8pPr>
            <a:lvl9pPr indent="-299720" lvl="8" marL="4114800" algn="l">
              <a:lnSpc>
                <a:spcPct val="90000"/>
              </a:lnSpc>
              <a:spcBef>
                <a:spcPts val="480"/>
              </a:spcBef>
              <a:spcAft>
                <a:spcPts val="0"/>
              </a:spcAft>
              <a:buSzPts val="1120"/>
              <a:buChar char="◉"/>
              <a:defRPr sz="1600"/>
            </a:lvl9pPr>
          </a:lstStyle>
          <a:p/>
        </p:txBody>
      </p:sp>
      <p:sp>
        <p:nvSpPr>
          <p:cNvPr id="64" name="Google Shape;64;p43"/>
          <p:cNvSpPr txBox="1"/>
          <p:nvPr>
            <p:ph idx="3" type="body"/>
          </p:nvPr>
        </p:nvSpPr>
        <p:spPr>
          <a:xfrm>
            <a:off x="6189663" y="1489075"/>
            <a:ext cx="5157787"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SzPts val="1680"/>
              <a:buNone/>
              <a:defRPr b="1" sz="2400"/>
            </a:lvl1pPr>
            <a:lvl2pPr indent="-228600" lvl="1" marL="914400" algn="l">
              <a:lnSpc>
                <a:spcPct val="90000"/>
              </a:lnSpc>
              <a:spcBef>
                <a:spcPts val="600"/>
              </a:spcBef>
              <a:spcAft>
                <a:spcPts val="0"/>
              </a:spcAft>
              <a:buSzPts val="1400"/>
              <a:buNone/>
              <a:defRPr b="1" sz="2000"/>
            </a:lvl2pPr>
            <a:lvl3pPr indent="-228600" lvl="2" marL="1371600" algn="l">
              <a:lnSpc>
                <a:spcPct val="90000"/>
              </a:lnSpc>
              <a:spcBef>
                <a:spcPts val="540"/>
              </a:spcBef>
              <a:spcAft>
                <a:spcPts val="0"/>
              </a:spcAft>
              <a:buSzPts val="1260"/>
              <a:buNone/>
              <a:defRPr b="1" sz="1800"/>
            </a:lvl3pPr>
            <a:lvl4pPr indent="-228600" lvl="3" marL="1828800" algn="l">
              <a:lnSpc>
                <a:spcPct val="90000"/>
              </a:lnSpc>
              <a:spcBef>
                <a:spcPts val="480"/>
              </a:spcBef>
              <a:spcAft>
                <a:spcPts val="0"/>
              </a:spcAft>
              <a:buSzPts val="1120"/>
              <a:buNone/>
              <a:defRPr b="1" sz="1600"/>
            </a:lvl4pPr>
            <a:lvl5pPr indent="-228600" lvl="4" marL="2286000" algn="l">
              <a:lnSpc>
                <a:spcPct val="90000"/>
              </a:lnSpc>
              <a:spcBef>
                <a:spcPts val="480"/>
              </a:spcBef>
              <a:spcAft>
                <a:spcPts val="0"/>
              </a:spcAft>
              <a:buClr>
                <a:schemeClr val="dk1"/>
              </a:buClr>
              <a:buSzPts val="1120"/>
              <a:buNone/>
              <a:defRPr b="1" sz="1600"/>
            </a:lvl5pPr>
            <a:lvl6pPr indent="-228600" lvl="5" marL="2743200" algn="l">
              <a:lnSpc>
                <a:spcPct val="90000"/>
              </a:lnSpc>
              <a:spcBef>
                <a:spcPts val="480"/>
              </a:spcBef>
              <a:spcAft>
                <a:spcPts val="0"/>
              </a:spcAft>
              <a:buSzPts val="1120"/>
              <a:buNone/>
              <a:defRPr b="1" sz="1600"/>
            </a:lvl6pPr>
            <a:lvl7pPr indent="-228600" lvl="6" marL="3200400" algn="l">
              <a:lnSpc>
                <a:spcPct val="90000"/>
              </a:lnSpc>
              <a:spcBef>
                <a:spcPts val="480"/>
              </a:spcBef>
              <a:spcAft>
                <a:spcPts val="0"/>
              </a:spcAft>
              <a:buSzPts val="1120"/>
              <a:buNone/>
              <a:defRPr b="1" sz="1600"/>
            </a:lvl7pPr>
            <a:lvl8pPr indent="-228600" lvl="7" marL="3657600" algn="l">
              <a:lnSpc>
                <a:spcPct val="90000"/>
              </a:lnSpc>
              <a:spcBef>
                <a:spcPts val="480"/>
              </a:spcBef>
              <a:spcAft>
                <a:spcPts val="0"/>
              </a:spcAft>
              <a:buSzPts val="1120"/>
              <a:buNone/>
              <a:defRPr b="1" sz="1600"/>
            </a:lvl8pPr>
            <a:lvl9pPr indent="-228600" lvl="8" marL="4114800" algn="l">
              <a:lnSpc>
                <a:spcPct val="90000"/>
              </a:lnSpc>
              <a:spcBef>
                <a:spcPts val="480"/>
              </a:spcBef>
              <a:spcAft>
                <a:spcPts val="0"/>
              </a:spcAft>
              <a:buSzPts val="1120"/>
              <a:buNone/>
              <a:defRPr b="1" sz="1600"/>
            </a:lvl9pPr>
          </a:lstStyle>
          <a:p/>
        </p:txBody>
      </p:sp>
      <p:sp>
        <p:nvSpPr>
          <p:cNvPr id="65" name="Google Shape;65;p43"/>
          <p:cNvSpPr txBox="1"/>
          <p:nvPr>
            <p:ph idx="4" type="body"/>
          </p:nvPr>
        </p:nvSpPr>
        <p:spPr>
          <a:xfrm>
            <a:off x="6189663" y="2193925"/>
            <a:ext cx="5157787" cy="3978275"/>
          </a:xfrm>
          <a:prstGeom prst="rect">
            <a:avLst/>
          </a:prstGeom>
          <a:noFill/>
          <a:ln>
            <a:noFill/>
          </a:ln>
        </p:spPr>
        <p:txBody>
          <a:bodyPr anchorCtr="0" anchor="t" bIns="45700" lIns="91425" spcFirstLastPara="1" rIns="91425" wrap="square" tIns="45700">
            <a:normAutofit/>
          </a:bodyPr>
          <a:lstStyle>
            <a:lvl1pPr indent="-335280" lvl="0" marL="457200" algn="l">
              <a:lnSpc>
                <a:spcPct val="90000"/>
              </a:lnSpc>
              <a:spcBef>
                <a:spcPts val="720"/>
              </a:spcBef>
              <a:spcAft>
                <a:spcPts val="0"/>
              </a:spcAft>
              <a:buSzPts val="1680"/>
              <a:buChar char="◉"/>
              <a:defRPr sz="2400"/>
            </a:lvl1pPr>
            <a:lvl2pPr indent="-317500" lvl="1" marL="914400" algn="l">
              <a:lnSpc>
                <a:spcPct val="90000"/>
              </a:lnSpc>
              <a:spcBef>
                <a:spcPts val="600"/>
              </a:spcBef>
              <a:spcAft>
                <a:spcPts val="0"/>
              </a:spcAft>
              <a:buSzPts val="1400"/>
              <a:buChar char="◉"/>
              <a:defRPr sz="2000"/>
            </a:lvl2pPr>
            <a:lvl3pPr indent="-308610" lvl="2" marL="1371600" algn="l">
              <a:lnSpc>
                <a:spcPct val="90000"/>
              </a:lnSpc>
              <a:spcBef>
                <a:spcPts val="540"/>
              </a:spcBef>
              <a:spcAft>
                <a:spcPts val="0"/>
              </a:spcAft>
              <a:buSzPts val="1260"/>
              <a:buChar char="◉"/>
              <a:defRPr sz="1800"/>
            </a:lvl3pPr>
            <a:lvl4pPr indent="-299719" lvl="3" marL="1828800" algn="l">
              <a:lnSpc>
                <a:spcPct val="90000"/>
              </a:lnSpc>
              <a:spcBef>
                <a:spcPts val="480"/>
              </a:spcBef>
              <a:spcAft>
                <a:spcPts val="0"/>
              </a:spcAft>
              <a:buSzPts val="1120"/>
              <a:buChar char="◉"/>
              <a:defRPr sz="1600"/>
            </a:lvl4pPr>
            <a:lvl5pPr indent="-299720" lvl="4" marL="2286000" algn="l">
              <a:lnSpc>
                <a:spcPct val="90000"/>
              </a:lnSpc>
              <a:spcBef>
                <a:spcPts val="480"/>
              </a:spcBef>
              <a:spcAft>
                <a:spcPts val="0"/>
              </a:spcAft>
              <a:buClr>
                <a:schemeClr val="dk1"/>
              </a:buClr>
              <a:buSzPts val="1120"/>
              <a:buChar char="◉"/>
              <a:defRPr sz="1600"/>
            </a:lvl5pPr>
            <a:lvl6pPr indent="-299720" lvl="5" marL="2743200" algn="l">
              <a:lnSpc>
                <a:spcPct val="90000"/>
              </a:lnSpc>
              <a:spcBef>
                <a:spcPts val="480"/>
              </a:spcBef>
              <a:spcAft>
                <a:spcPts val="0"/>
              </a:spcAft>
              <a:buSzPts val="1120"/>
              <a:buChar char="◉"/>
              <a:defRPr sz="1600"/>
            </a:lvl6pPr>
            <a:lvl7pPr indent="-299720" lvl="6" marL="3200400" algn="l">
              <a:lnSpc>
                <a:spcPct val="90000"/>
              </a:lnSpc>
              <a:spcBef>
                <a:spcPts val="480"/>
              </a:spcBef>
              <a:spcAft>
                <a:spcPts val="0"/>
              </a:spcAft>
              <a:buSzPts val="1120"/>
              <a:buChar char="◉"/>
              <a:defRPr sz="1600"/>
            </a:lvl7pPr>
            <a:lvl8pPr indent="-299720" lvl="7" marL="3657600" algn="l">
              <a:lnSpc>
                <a:spcPct val="90000"/>
              </a:lnSpc>
              <a:spcBef>
                <a:spcPts val="480"/>
              </a:spcBef>
              <a:spcAft>
                <a:spcPts val="0"/>
              </a:spcAft>
              <a:buSzPts val="1120"/>
              <a:buChar char="◉"/>
              <a:defRPr sz="1600"/>
            </a:lvl8pPr>
            <a:lvl9pPr indent="-299720" lvl="8" marL="4114800" algn="l">
              <a:lnSpc>
                <a:spcPct val="90000"/>
              </a:lnSpc>
              <a:spcBef>
                <a:spcPts val="480"/>
              </a:spcBef>
              <a:spcAft>
                <a:spcPts val="0"/>
              </a:spcAft>
              <a:buSzPts val="1120"/>
              <a:buChar char="◉"/>
              <a:defRPr sz="1600"/>
            </a:lvl9pPr>
          </a:lstStyle>
          <a:p/>
        </p:txBody>
      </p:sp>
      <p:sp>
        <p:nvSpPr>
          <p:cNvPr id="66" name="Google Shape;66;p43"/>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3"/>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3"/>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80799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44"/>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4"/>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4"/>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80799A"/>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370840" lvl="0" marL="457200" algn="l">
              <a:lnSpc>
                <a:spcPct val="90000"/>
              </a:lnSpc>
              <a:spcBef>
                <a:spcPts val="960"/>
              </a:spcBef>
              <a:spcAft>
                <a:spcPts val="0"/>
              </a:spcAft>
              <a:buSzPts val="2240"/>
              <a:buChar char="◉"/>
              <a:defRPr sz="3200"/>
            </a:lvl1pPr>
            <a:lvl2pPr indent="-353060" lvl="1" marL="914400" algn="l">
              <a:lnSpc>
                <a:spcPct val="90000"/>
              </a:lnSpc>
              <a:spcBef>
                <a:spcPts val="840"/>
              </a:spcBef>
              <a:spcAft>
                <a:spcPts val="0"/>
              </a:spcAft>
              <a:buSzPts val="1960"/>
              <a:buChar char="◉"/>
              <a:defRPr sz="2800"/>
            </a:lvl2pPr>
            <a:lvl3pPr indent="-335280" lvl="2" marL="1371600" algn="l">
              <a:lnSpc>
                <a:spcPct val="90000"/>
              </a:lnSpc>
              <a:spcBef>
                <a:spcPts val="720"/>
              </a:spcBef>
              <a:spcAft>
                <a:spcPts val="0"/>
              </a:spcAft>
              <a:buSzPts val="1680"/>
              <a:buChar char="◉"/>
              <a:defRPr sz="2400"/>
            </a:lvl3pPr>
            <a:lvl4pPr indent="-317500" lvl="3" marL="1828800" algn="l">
              <a:lnSpc>
                <a:spcPct val="90000"/>
              </a:lnSpc>
              <a:spcBef>
                <a:spcPts val="600"/>
              </a:spcBef>
              <a:spcAft>
                <a:spcPts val="0"/>
              </a:spcAft>
              <a:buSzPts val="1400"/>
              <a:buChar char="◉"/>
              <a:defRPr sz="2000"/>
            </a:lvl4pPr>
            <a:lvl5pPr indent="-317500" lvl="4" marL="2286000" algn="l">
              <a:lnSpc>
                <a:spcPct val="90000"/>
              </a:lnSpc>
              <a:spcBef>
                <a:spcPts val="600"/>
              </a:spcBef>
              <a:spcAft>
                <a:spcPts val="0"/>
              </a:spcAft>
              <a:buClr>
                <a:schemeClr val="dk1"/>
              </a:buClr>
              <a:buSzPts val="1400"/>
              <a:buChar char="◉"/>
              <a:defRPr sz="2000"/>
            </a:lvl5pPr>
            <a:lvl6pPr indent="-317500" lvl="5" marL="2743200" algn="l">
              <a:lnSpc>
                <a:spcPct val="90000"/>
              </a:lnSpc>
              <a:spcBef>
                <a:spcPts val="600"/>
              </a:spcBef>
              <a:spcAft>
                <a:spcPts val="0"/>
              </a:spcAft>
              <a:buSzPts val="1400"/>
              <a:buChar char="◉"/>
              <a:defRPr sz="2000"/>
            </a:lvl6pPr>
            <a:lvl7pPr indent="-317500" lvl="6" marL="3200400" algn="l">
              <a:lnSpc>
                <a:spcPct val="90000"/>
              </a:lnSpc>
              <a:spcBef>
                <a:spcPts val="600"/>
              </a:spcBef>
              <a:spcAft>
                <a:spcPts val="0"/>
              </a:spcAft>
              <a:buSzPts val="1400"/>
              <a:buChar char="◉"/>
              <a:defRPr sz="2000"/>
            </a:lvl7pPr>
            <a:lvl8pPr indent="-317500" lvl="7" marL="3657600" algn="l">
              <a:lnSpc>
                <a:spcPct val="90000"/>
              </a:lnSpc>
              <a:spcBef>
                <a:spcPts val="600"/>
              </a:spcBef>
              <a:spcAft>
                <a:spcPts val="0"/>
              </a:spcAft>
              <a:buSzPts val="1400"/>
              <a:buChar char="◉"/>
              <a:defRPr sz="2000"/>
            </a:lvl8pPr>
            <a:lvl9pPr indent="-317500" lvl="8" marL="4114800" algn="l">
              <a:lnSpc>
                <a:spcPct val="90000"/>
              </a:lnSpc>
              <a:spcBef>
                <a:spcPts val="600"/>
              </a:spcBef>
              <a:spcAft>
                <a:spcPts val="0"/>
              </a:spcAft>
              <a:buSzPts val="1400"/>
              <a:buChar char="◉"/>
              <a:defRPr sz="2000"/>
            </a:lvl9pPr>
          </a:lstStyle>
          <a:p/>
        </p:txBody>
      </p:sp>
      <p:sp>
        <p:nvSpPr>
          <p:cNvPr id="77" name="Google Shape;77;p45"/>
          <p:cNvSpPr txBox="1"/>
          <p:nvPr>
            <p:ph idx="2"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SzPts val="1120"/>
              <a:buNone/>
              <a:defRPr sz="1600"/>
            </a:lvl1pPr>
            <a:lvl2pPr indent="-228600" lvl="1" marL="914400" algn="l">
              <a:lnSpc>
                <a:spcPct val="90000"/>
              </a:lnSpc>
              <a:spcBef>
                <a:spcPts val="420"/>
              </a:spcBef>
              <a:spcAft>
                <a:spcPts val="0"/>
              </a:spcAft>
              <a:buSzPts val="980"/>
              <a:buNone/>
              <a:defRPr sz="1400"/>
            </a:lvl2pPr>
            <a:lvl3pPr indent="-228600" lvl="2" marL="1371600" algn="l">
              <a:lnSpc>
                <a:spcPct val="90000"/>
              </a:lnSpc>
              <a:spcBef>
                <a:spcPts val="360"/>
              </a:spcBef>
              <a:spcAft>
                <a:spcPts val="0"/>
              </a:spcAft>
              <a:buSzPts val="840"/>
              <a:buNone/>
              <a:defRPr sz="1200"/>
            </a:lvl3pPr>
            <a:lvl4pPr indent="-228600" lvl="3" marL="1828800" algn="l">
              <a:lnSpc>
                <a:spcPct val="90000"/>
              </a:lnSpc>
              <a:spcBef>
                <a:spcPts val="300"/>
              </a:spcBef>
              <a:spcAft>
                <a:spcPts val="0"/>
              </a:spcAft>
              <a:buSzPts val="700"/>
              <a:buNone/>
              <a:defRPr sz="1000"/>
            </a:lvl4pPr>
            <a:lvl5pPr indent="-228600" lvl="4" marL="2286000" algn="l">
              <a:lnSpc>
                <a:spcPct val="90000"/>
              </a:lnSpc>
              <a:spcBef>
                <a:spcPts val="300"/>
              </a:spcBef>
              <a:spcAft>
                <a:spcPts val="0"/>
              </a:spcAft>
              <a:buClr>
                <a:schemeClr val="dk1"/>
              </a:buClr>
              <a:buSzPts val="700"/>
              <a:buNone/>
              <a:defRPr sz="1000"/>
            </a:lvl5pPr>
            <a:lvl6pPr indent="-228600" lvl="5" marL="2743200" algn="l">
              <a:lnSpc>
                <a:spcPct val="90000"/>
              </a:lnSpc>
              <a:spcBef>
                <a:spcPts val="300"/>
              </a:spcBef>
              <a:spcAft>
                <a:spcPts val="0"/>
              </a:spcAft>
              <a:buSzPts val="700"/>
              <a:buNone/>
              <a:defRPr sz="1000"/>
            </a:lvl6pPr>
            <a:lvl7pPr indent="-228600" lvl="6" marL="3200400" algn="l">
              <a:lnSpc>
                <a:spcPct val="90000"/>
              </a:lnSpc>
              <a:spcBef>
                <a:spcPts val="300"/>
              </a:spcBef>
              <a:spcAft>
                <a:spcPts val="0"/>
              </a:spcAft>
              <a:buSzPts val="700"/>
              <a:buNone/>
              <a:defRPr sz="1000"/>
            </a:lvl7pPr>
            <a:lvl8pPr indent="-228600" lvl="7" marL="3657600" algn="l">
              <a:lnSpc>
                <a:spcPct val="90000"/>
              </a:lnSpc>
              <a:spcBef>
                <a:spcPts val="300"/>
              </a:spcBef>
              <a:spcAft>
                <a:spcPts val="0"/>
              </a:spcAft>
              <a:buSzPts val="700"/>
              <a:buNone/>
              <a:defRPr sz="1000"/>
            </a:lvl8pPr>
            <a:lvl9pPr indent="-228600" lvl="8" marL="4114800" algn="l">
              <a:lnSpc>
                <a:spcPct val="90000"/>
              </a:lnSpc>
              <a:spcBef>
                <a:spcPts val="300"/>
              </a:spcBef>
              <a:spcAft>
                <a:spcPts val="0"/>
              </a:spcAft>
              <a:buSzPts val="700"/>
              <a:buNone/>
              <a:defRPr sz="1000"/>
            </a:lvl9pPr>
          </a:lstStyle>
          <a:p/>
        </p:txBody>
      </p:sp>
      <p:sp>
        <p:nvSpPr>
          <p:cNvPr id="78" name="Google Shape;78;p45"/>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5"/>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5"/>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80799A"/>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83" name="Google Shape;83;p46"/>
          <p:cNvSpPr/>
          <p:nvPr>
            <p:ph idx="2" type="pic"/>
          </p:nvPr>
        </p:nvSpPr>
        <p:spPr>
          <a:xfrm>
            <a:off x="5183188" y="987425"/>
            <a:ext cx="6172200" cy="4873625"/>
          </a:xfrm>
          <a:prstGeom prst="rect">
            <a:avLst/>
          </a:prstGeom>
          <a:noFill/>
          <a:ln>
            <a:noFill/>
          </a:ln>
        </p:spPr>
      </p:sp>
      <p:sp>
        <p:nvSpPr>
          <p:cNvPr id="84" name="Google Shape;84;p46"/>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SzPts val="1120"/>
              <a:buNone/>
              <a:defRPr sz="1600"/>
            </a:lvl1pPr>
            <a:lvl2pPr indent="-228600" lvl="1" marL="914400" algn="l">
              <a:lnSpc>
                <a:spcPct val="90000"/>
              </a:lnSpc>
              <a:spcBef>
                <a:spcPts val="420"/>
              </a:spcBef>
              <a:spcAft>
                <a:spcPts val="0"/>
              </a:spcAft>
              <a:buSzPts val="980"/>
              <a:buNone/>
              <a:defRPr sz="1400"/>
            </a:lvl2pPr>
            <a:lvl3pPr indent="-228600" lvl="2" marL="1371600" algn="l">
              <a:lnSpc>
                <a:spcPct val="90000"/>
              </a:lnSpc>
              <a:spcBef>
                <a:spcPts val="360"/>
              </a:spcBef>
              <a:spcAft>
                <a:spcPts val="0"/>
              </a:spcAft>
              <a:buSzPts val="840"/>
              <a:buNone/>
              <a:defRPr sz="1200"/>
            </a:lvl3pPr>
            <a:lvl4pPr indent="-228600" lvl="3" marL="1828800" algn="l">
              <a:lnSpc>
                <a:spcPct val="90000"/>
              </a:lnSpc>
              <a:spcBef>
                <a:spcPts val="300"/>
              </a:spcBef>
              <a:spcAft>
                <a:spcPts val="0"/>
              </a:spcAft>
              <a:buSzPts val="700"/>
              <a:buNone/>
              <a:defRPr sz="1000"/>
            </a:lvl4pPr>
            <a:lvl5pPr indent="-228600" lvl="4" marL="2286000" algn="l">
              <a:lnSpc>
                <a:spcPct val="90000"/>
              </a:lnSpc>
              <a:spcBef>
                <a:spcPts val="300"/>
              </a:spcBef>
              <a:spcAft>
                <a:spcPts val="0"/>
              </a:spcAft>
              <a:buClr>
                <a:schemeClr val="dk1"/>
              </a:buClr>
              <a:buSzPts val="700"/>
              <a:buNone/>
              <a:defRPr sz="1000"/>
            </a:lvl5pPr>
            <a:lvl6pPr indent="-228600" lvl="5" marL="2743200" algn="l">
              <a:lnSpc>
                <a:spcPct val="90000"/>
              </a:lnSpc>
              <a:spcBef>
                <a:spcPts val="300"/>
              </a:spcBef>
              <a:spcAft>
                <a:spcPts val="0"/>
              </a:spcAft>
              <a:buSzPts val="700"/>
              <a:buNone/>
              <a:defRPr sz="1000"/>
            </a:lvl6pPr>
            <a:lvl7pPr indent="-228600" lvl="6" marL="3200400" algn="l">
              <a:lnSpc>
                <a:spcPct val="90000"/>
              </a:lnSpc>
              <a:spcBef>
                <a:spcPts val="300"/>
              </a:spcBef>
              <a:spcAft>
                <a:spcPts val="0"/>
              </a:spcAft>
              <a:buSzPts val="700"/>
              <a:buNone/>
              <a:defRPr sz="1000"/>
            </a:lvl7pPr>
            <a:lvl8pPr indent="-228600" lvl="7" marL="3657600" algn="l">
              <a:lnSpc>
                <a:spcPct val="90000"/>
              </a:lnSpc>
              <a:spcBef>
                <a:spcPts val="300"/>
              </a:spcBef>
              <a:spcAft>
                <a:spcPts val="0"/>
              </a:spcAft>
              <a:buSzPts val="700"/>
              <a:buNone/>
              <a:defRPr sz="1000"/>
            </a:lvl8pPr>
            <a:lvl9pPr indent="-228600" lvl="8" marL="4114800" algn="l">
              <a:lnSpc>
                <a:spcPct val="90000"/>
              </a:lnSpc>
              <a:spcBef>
                <a:spcPts val="300"/>
              </a:spcBef>
              <a:spcAft>
                <a:spcPts val="0"/>
              </a:spcAft>
              <a:buSzPts val="700"/>
              <a:buNone/>
              <a:defRPr sz="1000"/>
            </a:lvl9pPr>
          </a:lstStyle>
          <a:p/>
        </p:txBody>
      </p:sp>
      <p:sp>
        <p:nvSpPr>
          <p:cNvPr id="85" name="Google Shape;85;p46"/>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6"/>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6"/>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80799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4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08610" lvl="0" marL="457200" algn="l">
              <a:lnSpc>
                <a:spcPct val="90000"/>
              </a:lnSpc>
              <a:spcBef>
                <a:spcPts val="540"/>
              </a:spcBef>
              <a:spcAft>
                <a:spcPts val="0"/>
              </a:spcAft>
              <a:buSzPts val="1260"/>
              <a:buChar char="◉"/>
              <a:defRPr/>
            </a:lvl1pPr>
            <a:lvl2pPr indent="-308610" lvl="1" marL="914400" algn="l">
              <a:lnSpc>
                <a:spcPct val="90000"/>
              </a:lnSpc>
              <a:spcBef>
                <a:spcPts val="540"/>
              </a:spcBef>
              <a:spcAft>
                <a:spcPts val="0"/>
              </a:spcAft>
              <a:buSzPts val="1260"/>
              <a:buChar char="◉"/>
              <a:defRPr/>
            </a:lvl2pPr>
            <a:lvl3pPr indent="-308610" lvl="2" marL="1371600" algn="l">
              <a:lnSpc>
                <a:spcPct val="90000"/>
              </a:lnSpc>
              <a:spcBef>
                <a:spcPts val="540"/>
              </a:spcBef>
              <a:spcAft>
                <a:spcPts val="0"/>
              </a:spcAft>
              <a:buSzPts val="1260"/>
              <a:buChar char="◉"/>
              <a:defRPr/>
            </a:lvl3pPr>
            <a:lvl4pPr indent="-308610" lvl="3" marL="1828800" algn="l">
              <a:lnSpc>
                <a:spcPct val="90000"/>
              </a:lnSpc>
              <a:spcBef>
                <a:spcPts val="540"/>
              </a:spcBef>
              <a:spcAft>
                <a:spcPts val="0"/>
              </a:spcAft>
              <a:buSzPts val="1260"/>
              <a:buChar char="◉"/>
              <a:defRPr/>
            </a:lvl4pPr>
            <a:lvl5pPr indent="-308610" lvl="4" marL="2286000" algn="l">
              <a:lnSpc>
                <a:spcPct val="90000"/>
              </a:lnSpc>
              <a:spcBef>
                <a:spcPts val="540"/>
              </a:spcBef>
              <a:spcAft>
                <a:spcPts val="0"/>
              </a:spcAft>
              <a:buClr>
                <a:schemeClr val="dk1"/>
              </a:buClr>
              <a:buSzPts val="1260"/>
              <a:buChar char="◉"/>
              <a:defRPr/>
            </a:lvl5pPr>
            <a:lvl6pPr indent="-308610" lvl="5" marL="2743200" algn="l">
              <a:lnSpc>
                <a:spcPct val="90000"/>
              </a:lnSpc>
              <a:spcBef>
                <a:spcPts val="540"/>
              </a:spcBef>
              <a:spcAft>
                <a:spcPts val="0"/>
              </a:spcAft>
              <a:buSzPts val="1260"/>
              <a:buChar char="◉"/>
              <a:defRPr/>
            </a:lvl6pPr>
            <a:lvl7pPr indent="-308610" lvl="6" marL="3200400" algn="l">
              <a:lnSpc>
                <a:spcPct val="90000"/>
              </a:lnSpc>
              <a:spcBef>
                <a:spcPts val="540"/>
              </a:spcBef>
              <a:spcAft>
                <a:spcPts val="0"/>
              </a:spcAft>
              <a:buSzPts val="1260"/>
              <a:buChar char="◉"/>
              <a:defRPr/>
            </a:lvl7pPr>
            <a:lvl8pPr indent="-308609" lvl="7" marL="3657600" algn="l">
              <a:lnSpc>
                <a:spcPct val="90000"/>
              </a:lnSpc>
              <a:spcBef>
                <a:spcPts val="540"/>
              </a:spcBef>
              <a:spcAft>
                <a:spcPts val="0"/>
              </a:spcAft>
              <a:buSzPts val="1260"/>
              <a:buChar char="◉"/>
              <a:defRPr/>
            </a:lvl8pPr>
            <a:lvl9pPr indent="-308609" lvl="8" marL="4114800" algn="l">
              <a:lnSpc>
                <a:spcPct val="90000"/>
              </a:lnSpc>
              <a:spcBef>
                <a:spcPts val="540"/>
              </a:spcBef>
              <a:spcAft>
                <a:spcPts val="0"/>
              </a:spcAft>
              <a:buSzPts val="1260"/>
              <a:buChar char="◉"/>
              <a:defRPr/>
            </a:lvl9pPr>
          </a:lstStyle>
          <a:p/>
        </p:txBody>
      </p:sp>
      <p:sp>
        <p:nvSpPr>
          <p:cNvPr id="91" name="Google Shape;91;p47"/>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7"/>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7"/>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4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80799A"/>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4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08610" lvl="0" marL="457200" algn="l">
              <a:lnSpc>
                <a:spcPct val="90000"/>
              </a:lnSpc>
              <a:spcBef>
                <a:spcPts val="540"/>
              </a:spcBef>
              <a:spcAft>
                <a:spcPts val="0"/>
              </a:spcAft>
              <a:buSzPts val="1260"/>
              <a:buChar char="◉"/>
              <a:defRPr/>
            </a:lvl1pPr>
            <a:lvl2pPr indent="-308610" lvl="1" marL="914400" algn="l">
              <a:lnSpc>
                <a:spcPct val="90000"/>
              </a:lnSpc>
              <a:spcBef>
                <a:spcPts val="540"/>
              </a:spcBef>
              <a:spcAft>
                <a:spcPts val="0"/>
              </a:spcAft>
              <a:buSzPts val="1260"/>
              <a:buChar char="◉"/>
              <a:defRPr/>
            </a:lvl2pPr>
            <a:lvl3pPr indent="-308610" lvl="2" marL="1371600" algn="l">
              <a:lnSpc>
                <a:spcPct val="90000"/>
              </a:lnSpc>
              <a:spcBef>
                <a:spcPts val="540"/>
              </a:spcBef>
              <a:spcAft>
                <a:spcPts val="0"/>
              </a:spcAft>
              <a:buSzPts val="1260"/>
              <a:buChar char="◉"/>
              <a:defRPr/>
            </a:lvl3pPr>
            <a:lvl4pPr indent="-308610" lvl="3" marL="1828800" algn="l">
              <a:lnSpc>
                <a:spcPct val="90000"/>
              </a:lnSpc>
              <a:spcBef>
                <a:spcPts val="540"/>
              </a:spcBef>
              <a:spcAft>
                <a:spcPts val="0"/>
              </a:spcAft>
              <a:buSzPts val="1260"/>
              <a:buChar char="◉"/>
              <a:defRPr/>
            </a:lvl4pPr>
            <a:lvl5pPr indent="-308610" lvl="4" marL="2286000" algn="l">
              <a:lnSpc>
                <a:spcPct val="90000"/>
              </a:lnSpc>
              <a:spcBef>
                <a:spcPts val="540"/>
              </a:spcBef>
              <a:spcAft>
                <a:spcPts val="0"/>
              </a:spcAft>
              <a:buClr>
                <a:schemeClr val="dk1"/>
              </a:buClr>
              <a:buSzPts val="1260"/>
              <a:buChar char="◉"/>
              <a:defRPr/>
            </a:lvl5pPr>
            <a:lvl6pPr indent="-308610" lvl="5" marL="2743200" algn="l">
              <a:lnSpc>
                <a:spcPct val="90000"/>
              </a:lnSpc>
              <a:spcBef>
                <a:spcPts val="540"/>
              </a:spcBef>
              <a:spcAft>
                <a:spcPts val="0"/>
              </a:spcAft>
              <a:buSzPts val="1260"/>
              <a:buChar char="◉"/>
              <a:defRPr/>
            </a:lvl6pPr>
            <a:lvl7pPr indent="-308610" lvl="6" marL="3200400" algn="l">
              <a:lnSpc>
                <a:spcPct val="90000"/>
              </a:lnSpc>
              <a:spcBef>
                <a:spcPts val="540"/>
              </a:spcBef>
              <a:spcAft>
                <a:spcPts val="0"/>
              </a:spcAft>
              <a:buSzPts val="1260"/>
              <a:buChar char="◉"/>
              <a:defRPr/>
            </a:lvl7pPr>
            <a:lvl8pPr indent="-308609" lvl="7" marL="3657600" algn="l">
              <a:lnSpc>
                <a:spcPct val="90000"/>
              </a:lnSpc>
              <a:spcBef>
                <a:spcPts val="540"/>
              </a:spcBef>
              <a:spcAft>
                <a:spcPts val="0"/>
              </a:spcAft>
              <a:buSzPts val="1260"/>
              <a:buChar char="◉"/>
              <a:defRPr/>
            </a:lvl8pPr>
            <a:lvl9pPr indent="-308609" lvl="8" marL="4114800" algn="l">
              <a:lnSpc>
                <a:spcPct val="90000"/>
              </a:lnSpc>
              <a:spcBef>
                <a:spcPts val="540"/>
              </a:spcBef>
              <a:spcAft>
                <a:spcPts val="0"/>
              </a:spcAft>
              <a:buSzPts val="1260"/>
              <a:buChar char="◉"/>
              <a:defRPr/>
            </a:lvl9pPr>
          </a:lstStyle>
          <a:p/>
        </p:txBody>
      </p:sp>
      <p:sp>
        <p:nvSpPr>
          <p:cNvPr id="97" name="Google Shape;97;p48"/>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8"/>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8"/>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37"/>
          <p:cNvGrpSpPr/>
          <p:nvPr/>
        </p:nvGrpSpPr>
        <p:grpSpPr>
          <a:xfrm>
            <a:off x="1860687" y="450998"/>
            <a:ext cx="7620000" cy="1139952"/>
            <a:chOff x="1860687" y="450998"/>
            <a:chExt cx="7620000" cy="1139952"/>
          </a:xfrm>
        </p:grpSpPr>
        <p:pic>
          <p:nvPicPr>
            <p:cNvPr id="11" name="Google Shape;11;p37"/>
            <p:cNvPicPr preferRelativeResize="0"/>
            <p:nvPr/>
          </p:nvPicPr>
          <p:blipFill rotWithShape="1">
            <a:blip r:embed="rId1">
              <a:alphaModFix/>
            </a:blip>
            <a:srcRect b="0" l="0" r="0" t="0"/>
            <a:stretch/>
          </p:blipFill>
          <p:spPr>
            <a:xfrm>
              <a:off x="1860687" y="450998"/>
              <a:ext cx="7620000" cy="1139952"/>
            </a:xfrm>
            <a:prstGeom prst="rect">
              <a:avLst/>
            </a:prstGeom>
            <a:noFill/>
            <a:ln>
              <a:noFill/>
            </a:ln>
          </p:spPr>
        </p:pic>
        <p:grpSp>
          <p:nvGrpSpPr>
            <p:cNvPr id="12" name="Google Shape;12;p37"/>
            <p:cNvGrpSpPr/>
            <p:nvPr/>
          </p:nvGrpSpPr>
          <p:grpSpPr>
            <a:xfrm>
              <a:off x="1860687" y="450998"/>
              <a:ext cx="7615237" cy="1106488"/>
              <a:chOff x="1891518" y="519806"/>
              <a:chExt cx="7615237" cy="1106488"/>
            </a:xfrm>
          </p:grpSpPr>
          <p:sp>
            <p:nvSpPr>
              <p:cNvPr id="13" name="Google Shape;13;p37"/>
              <p:cNvSpPr/>
              <p:nvPr/>
            </p:nvSpPr>
            <p:spPr>
              <a:xfrm flipH="1">
                <a:off x="5688818" y="519806"/>
                <a:ext cx="1104900" cy="1104900"/>
              </a:xfrm>
              <a:prstGeom prst="ellipse">
                <a:avLst/>
              </a:prstGeom>
              <a:solidFill>
                <a:srgbClr val="EDE5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4" name="Google Shape;14;p37"/>
              <p:cNvSpPr/>
              <p:nvPr/>
            </p:nvSpPr>
            <p:spPr>
              <a:xfrm flipH="1">
                <a:off x="8403443" y="519806"/>
                <a:ext cx="1103312" cy="1104900"/>
              </a:xfrm>
              <a:prstGeom prst="ellipse">
                <a:avLst/>
              </a:prstGeom>
              <a:solidFill>
                <a:srgbClr val="EDE5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5" name="Google Shape;15;p37"/>
              <p:cNvSpPr/>
              <p:nvPr/>
            </p:nvSpPr>
            <p:spPr>
              <a:xfrm flipH="1">
                <a:off x="1891518" y="521394"/>
                <a:ext cx="1103312" cy="1104900"/>
              </a:xfrm>
              <a:prstGeom prst="ellipse">
                <a:avLst/>
              </a:prstGeom>
              <a:solidFill>
                <a:srgbClr val="EDE5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Google Shape;16;p37"/>
              <p:cNvSpPr/>
              <p:nvPr/>
            </p:nvSpPr>
            <p:spPr>
              <a:xfrm flipH="1">
                <a:off x="7144555" y="519806"/>
                <a:ext cx="1103312" cy="1104900"/>
              </a:xfrm>
              <a:prstGeom prst="ellipse">
                <a:avLst/>
              </a:prstGeom>
              <a:noFill/>
              <a:ln cap="flat" cmpd="sng" w="28575">
                <a:solidFill>
                  <a:srgbClr val="EDE5F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Google Shape;17;p37"/>
              <p:cNvSpPr/>
              <p:nvPr/>
            </p:nvSpPr>
            <p:spPr>
              <a:xfrm flipH="1">
                <a:off x="3178980" y="519806"/>
                <a:ext cx="1103312" cy="1104900"/>
              </a:xfrm>
              <a:prstGeom prst="ellipse">
                <a:avLst/>
              </a:prstGeom>
              <a:noFill/>
              <a:ln cap="flat" cmpd="sng" w="28575">
                <a:solidFill>
                  <a:srgbClr val="EDE5F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18" name="Google Shape;1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rgbClr val="80799A"/>
              </a:buClr>
              <a:buSzPts val="4400"/>
              <a:buFont typeface="Century Gothic"/>
              <a:buNone/>
              <a:defRPr b="1" i="0" sz="4400" u="none" cap="none" strike="noStrike">
                <a:solidFill>
                  <a:srgbClr val="80799A"/>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53060" lvl="0" marL="457200" marR="0" rtl="0" algn="l">
              <a:lnSpc>
                <a:spcPct val="90000"/>
              </a:lnSpc>
              <a:spcBef>
                <a:spcPts val="840"/>
              </a:spcBef>
              <a:spcAft>
                <a:spcPts val="0"/>
              </a:spcAft>
              <a:buClr>
                <a:srgbClr val="514DAA"/>
              </a:buClr>
              <a:buSzPts val="1960"/>
              <a:buFont typeface="Noto Sans Symbols"/>
              <a:buChar char="◉"/>
              <a:defRPr b="0" i="0" sz="2800" u="none" cap="none" strike="noStrike">
                <a:solidFill>
                  <a:schemeClr val="dk1"/>
                </a:solidFill>
                <a:latin typeface="Century Gothic"/>
                <a:ea typeface="Century Gothic"/>
                <a:cs typeface="Century Gothic"/>
                <a:sym typeface="Century Gothic"/>
              </a:defRPr>
            </a:lvl1pPr>
            <a:lvl2pPr indent="-335280" lvl="1" marL="914400" marR="0" rtl="0" algn="l">
              <a:lnSpc>
                <a:spcPct val="90000"/>
              </a:lnSpc>
              <a:spcBef>
                <a:spcPts val="720"/>
              </a:spcBef>
              <a:spcAft>
                <a:spcPts val="0"/>
              </a:spcAft>
              <a:buClr>
                <a:srgbClr val="455673"/>
              </a:buClr>
              <a:buSzPts val="1680"/>
              <a:buFont typeface="Noto Sans Symbols"/>
              <a:buChar char="◉"/>
              <a:defRPr b="0" i="0" sz="2400" u="none" cap="none" strike="noStrike">
                <a:solidFill>
                  <a:schemeClr val="dk1"/>
                </a:solidFill>
                <a:latin typeface="Century Gothic"/>
                <a:ea typeface="Century Gothic"/>
                <a:cs typeface="Century Gothic"/>
                <a:sym typeface="Century Gothic"/>
              </a:defRPr>
            </a:lvl2pPr>
            <a:lvl3pPr indent="-317500" lvl="2" marL="1371600" marR="0" rtl="0" algn="l">
              <a:lnSpc>
                <a:spcPct val="90000"/>
              </a:lnSpc>
              <a:spcBef>
                <a:spcPts val="600"/>
              </a:spcBef>
              <a:spcAft>
                <a:spcPts val="0"/>
              </a:spcAft>
              <a:buClr>
                <a:srgbClr val="497388"/>
              </a:buClr>
              <a:buSzPts val="1400"/>
              <a:buFont typeface="Noto Sans Symbols"/>
              <a:buChar char="◉"/>
              <a:defRPr b="0" i="0" sz="2000" u="none" cap="none" strike="noStrike">
                <a:solidFill>
                  <a:schemeClr val="dk1"/>
                </a:solidFill>
                <a:latin typeface="Century Gothic"/>
                <a:ea typeface="Century Gothic"/>
                <a:cs typeface="Century Gothic"/>
                <a:sym typeface="Century Gothic"/>
              </a:defRPr>
            </a:lvl3pPr>
            <a:lvl4pPr indent="-308610" lvl="3" marL="1828800" marR="0" rtl="0" algn="l">
              <a:lnSpc>
                <a:spcPct val="90000"/>
              </a:lnSpc>
              <a:spcBef>
                <a:spcPts val="540"/>
              </a:spcBef>
              <a:spcAft>
                <a:spcPts val="0"/>
              </a:spcAft>
              <a:buClr>
                <a:srgbClr val="578793"/>
              </a:buClr>
              <a:buSzPts val="1260"/>
              <a:buFont typeface="Noto Sans Symbols"/>
              <a:buChar char="◉"/>
              <a:defRPr b="0" i="0" sz="1800" u="none" cap="none" strike="noStrike">
                <a:solidFill>
                  <a:schemeClr val="dk1"/>
                </a:solidFill>
                <a:latin typeface="Century Gothic"/>
                <a:ea typeface="Century Gothic"/>
                <a:cs typeface="Century Gothic"/>
                <a:sym typeface="Century Gothic"/>
              </a:defRPr>
            </a:lvl4pPr>
            <a:lvl5pPr indent="-308610" lvl="4" marL="2286000" marR="0" rtl="0" algn="l">
              <a:lnSpc>
                <a:spcPct val="90000"/>
              </a:lnSpc>
              <a:spcBef>
                <a:spcPts val="540"/>
              </a:spcBef>
              <a:spcAft>
                <a:spcPts val="0"/>
              </a:spcAft>
              <a:buClr>
                <a:schemeClr val="dk1"/>
              </a:buClr>
              <a:buSzPts val="1260"/>
              <a:buFont typeface="Noto Sans Symbols"/>
              <a:buChar char="◉"/>
              <a:defRPr b="0" i="0" sz="1800" u="none" cap="none" strike="noStrike">
                <a:solidFill>
                  <a:schemeClr val="dk1"/>
                </a:solidFill>
                <a:latin typeface="Century Gothic"/>
                <a:ea typeface="Century Gothic"/>
                <a:cs typeface="Century Gothic"/>
                <a:sym typeface="Century Gothic"/>
              </a:defRPr>
            </a:lvl5pPr>
            <a:lvl6pPr indent="-308610" lvl="5" marL="2743200" marR="0" rtl="0" algn="l">
              <a:lnSpc>
                <a:spcPct val="90000"/>
              </a:lnSpc>
              <a:spcBef>
                <a:spcPts val="540"/>
              </a:spcBef>
              <a:spcAft>
                <a:spcPts val="0"/>
              </a:spcAft>
              <a:buClr>
                <a:srgbClr val="536062"/>
              </a:buClr>
              <a:buSzPts val="1260"/>
              <a:buFont typeface="Noto Sans Symbols"/>
              <a:buChar char="◉"/>
              <a:defRPr b="0" i="0" sz="1800" u="none" cap="none" strike="noStrike">
                <a:solidFill>
                  <a:schemeClr val="dk1"/>
                </a:solidFill>
                <a:latin typeface="Century Gothic"/>
                <a:ea typeface="Century Gothic"/>
                <a:cs typeface="Century Gothic"/>
                <a:sym typeface="Century Gothic"/>
              </a:defRPr>
            </a:lvl6pPr>
            <a:lvl7pPr indent="-308610" lvl="6" marL="3200400" marR="0" rtl="0" algn="l">
              <a:lnSpc>
                <a:spcPct val="90000"/>
              </a:lnSpc>
              <a:spcBef>
                <a:spcPts val="540"/>
              </a:spcBef>
              <a:spcAft>
                <a:spcPts val="0"/>
              </a:spcAft>
              <a:buClr>
                <a:srgbClr val="536062"/>
              </a:buClr>
              <a:buSzPts val="1260"/>
              <a:buFont typeface="Noto Sans Symbols"/>
              <a:buChar char="◉"/>
              <a:defRPr b="0" i="0" sz="1800" u="none" cap="none" strike="noStrike">
                <a:solidFill>
                  <a:schemeClr val="dk1"/>
                </a:solidFill>
                <a:latin typeface="Century Gothic"/>
                <a:ea typeface="Century Gothic"/>
                <a:cs typeface="Century Gothic"/>
                <a:sym typeface="Century Gothic"/>
              </a:defRPr>
            </a:lvl7pPr>
            <a:lvl8pPr indent="-308609" lvl="7" marL="3657600" marR="0" rtl="0" algn="l">
              <a:lnSpc>
                <a:spcPct val="90000"/>
              </a:lnSpc>
              <a:spcBef>
                <a:spcPts val="540"/>
              </a:spcBef>
              <a:spcAft>
                <a:spcPts val="0"/>
              </a:spcAft>
              <a:buClr>
                <a:srgbClr val="864EA9"/>
              </a:buClr>
              <a:buSzPts val="1260"/>
              <a:buFont typeface="Noto Sans Symbols"/>
              <a:buChar char="◉"/>
              <a:defRPr b="0" i="0" sz="1800" u="none" cap="none" strike="noStrike">
                <a:solidFill>
                  <a:schemeClr val="dk1"/>
                </a:solidFill>
                <a:latin typeface="Century Gothic"/>
                <a:ea typeface="Century Gothic"/>
                <a:cs typeface="Century Gothic"/>
                <a:sym typeface="Century Gothic"/>
              </a:defRPr>
            </a:lvl8pPr>
            <a:lvl9pPr indent="-308609" lvl="8" marL="4114800" marR="0" rtl="0" algn="l">
              <a:lnSpc>
                <a:spcPct val="90000"/>
              </a:lnSpc>
              <a:spcBef>
                <a:spcPts val="540"/>
              </a:spcBef>
              <a:spcAft>
                <a:spcPts val="0"/>
              </a:spcAft>
              <a:buClr>
                <a:srgbClr val="455673"/>
              </a:buClr>
              <a:buSzPts val="1260"/>
              <a:buFont typeface="Noto Sans Symbols"/>
              <a:buChar char="◉"/>
              <a:defRPr b="0" i="0" sz="1800" u="none" cap="none" strike="noStrike">
                <a:solidFill>
                  <a:schemeClr val="dk1"/>
                </a:solidFill>
                <a:latin typeface="Century Gothic"/>
                <a:ea typeface="Century Gothic"/>
                <a:cs typeface="Century Gothic"/>
                <a:sym typeface="Century Gothic"/>
              </a:defRPr>
            </a:lvl9pPr>
          </a:lstStyle>
          <a:p/>
        </p:txBody>
      </p:sp>
      <p:sp>
        <p:nvSpPr>
          <p:cNvPr id="20" name="Google Shape;20;p37"/>
          <p:cNvSpPr txBox="1"/>
          <p:nvPr>
            <p:ph idx="10" type="dt"/>
          </p:nvPr>
        </p:nvSpPr>
        <p:spPr>
          <a:xfrm>
            <a:off x="838200" y="6356350"/>
            <a:ext cx="3276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1" name="Google Shape;21;p37"/>
          <p:cNvSpPr txBox="1"/>
          <p:nvPr>
            <p:ph idx="11" type="ftr"/>
          </p:nvPr>
        </p:nvSpPr>
        <p:spPr>
          <a:xfrm>
            <a:off x="4648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2" name="Google Shape;22;p37"/>
          <p:cNvSpPr txBox="1"/>
          <p:nvPr>
            <p:ph idx="12" type="sldNum"/>
          </p:nvPr>
        </p:nvSpPr>
        <p:spPr>
          <a:xfrm>
            <a:off x="8077200" y="6356350"/>
            <a:ext cx="3276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Century Gothic"/>
                <a:ea typeface="Century Gothic"/>
                <a:cs typeface="Century Gothic"/>
                <a:sym typeface="Century Gothic"/>
              </a:defRPr>
            </a:lvl1pPr>
            <a:lvl2pPr indent="0" lvl="1" marL="0" marR="0" rtl="0" algn="r">
              <a:spcBef>
                <a:spcPts val="0"/>
              </a:spcBef>
              <a:buNone/>
              <a:defRPr b="0" i="0" sz="1200" u="none" cap="none" strike="noStrike">
                <a:solidFill>
                  <a:schemeClr val="dk2"/>
                </a:solidFill>
                <a:latin typeface="Century Gothic"/>
                <a:ea typeface="Century Gothic"/>
                <a:cs typeface="Century Gothic"/>
                <a:sym typeface="Century Gothic"/>
              </a:defRPr>
            </a:lvl2pPr>
            <a:lvl3pPr indent="0" lvl="2" marL="0" marR="0" rtl="0" algn="r">
              <a:spcBef>
                <a:spcPts val="0"/>
              </a:spcBef>
              <a:buNone/>
              <a:defRPr b="0" i="0" sz="1200" u="none" cap="none" strike="noStrike">
                <a:solidFill>
                  <a:schemeClr val="dk2"/>
                </a:solidFill>
                <a:latin typeface="Century Gothic"/>
                <a:ea typeface="Century Gothic"/>
                <a:cs typeface="Century Gothic"/>
                <a:sym typeface="Century Gothic"/>
              </a:defRPr>
            </a:lvl3pPr>
            <a:lvl4pPr indent="0" lvl="3" marL="0" marR="0" rtl="0" algn="r">
              <a:spcBef>
                <a:spcPts val="0"/>
              </a:spcBef>
              <a:buNone/>
              <a:defRPr b="0" i="0" sz="1200" u="none" cap="none" strike="noStrike">
                <a:solidFill>
                  <a:schemeClr val="dk2"/>
                </a:solidFill>
                <a:latin typeface="Century Gothic"/>
                <a:ea typeface="Century Gothic"/>
                <a:cs typeface="Century Gothic"/>
                <a:sym typeface="Century Gothic"/>
              </a:defRPr>
            </a:lvl4pPr>
            <a:lvl5pPr indent="0" lvl="4" marL="0" marR="0" rtl="0" algn="r">
              <a:spcBef>
                <a:spcPts val="0"/>
              </a:spcBef>
              <a:buNone/>
              <a:defRPr b="0" i="0" sz="1200" u="none" cap="none" strike="noStrike">
                <a:solidFill>
                  <a:schemeClr val="dk2"/>
                </a:solidFill>
                <a:latin typeface="Century Gothic"/>
                <a:ea typeface="Century Gothic"/>
                <a:cs typeface="Century Gothic"/>
                <a:sym typeface="Century Gothic"/>
              </a:defRPr>
            </a:lvl5pPr>
            <a:lvl6pPr indent="0" lvl="5" marL="0" marR="0" rtl="0" algn="r">
              <a:spcBef>
                <a:spcPts val="0"/>
              </a:spcBef>
              <a:buNone/>
              <a:defRPr b="0" i="0" sz="1200" u="none" cap="none" strike="noStrike">
                <a:solidFill>
                  <a:schemeClr val="dk2"/>
                </a:solidFill>
                <a:latin typeface="Century Gothic"/>
                <a:ea typeface="Century Gothic"/>
                <a:cs typeface="Century Gothic"/>
                <a:sym typeface="Century Gothic"/>
              </a:defRPr>
            </a:lvl6pPr>
            <a:lvl7pPr indent="0" lvl="6" marL="0" marR="0" rtl="0" algn="r">
              <a:spcBef>
                <a:spcPts val="0"/>
              </a:spcBef>
              <a:buNone/>
              <a:defRPr b="0" i="0" sz="1200" u="none" cap="none" strike="noStrike">
                <a:solidFill>
                  <a:schemeClr val="dk2"/>
                </a:solidFill>
                <a:latin typeface="Century Gothic"/>
                <a:ea typeface="Century Gothic"/>
                <a:cs typeface="Century Gothic"/>
                <a:sym typeface="Century Gothic"/>
              </a:defRPr>
            </a:lvl7pPr>
            <a:lvl8pPr indent="0" lvl="7" marL="0" marR="0" rtl="0" algn="r">
              <a:spcBef>
                <a:spcPts val="0"/>
              </a:spcBef>
              <a:buNone/>
              <a:defRPr b="0" i="0" sz="1200" u="none" cap="none" strike="noStrike">
                <a:solidFill>
                  <a:schemeClr val="dk2"/>
                </a:solidFill>
                <a:latin typeface="Century Gothic"/>
                <a:ea typeface="Century Gothic"/>
                <a:cs typeface="Century Gothic"/>
                <a:sym typeface="Century Gothic"/>
              </a:defRPr>
            </a:lvl8pPr>
            <a:lvl9pPr indent="0" lvl="8" marL="0" marR="0" rtl="0" algn="r">
              <a:spcBef>
                <a:spcPts val="0"/>
              </a:spcBef>
              <a:buNone/>
              <a:defRPr b="0" i="0" sz="1200" u="none" cap="none" strike="noStrike">
                <a:solidFill>
                  <a:schemeClr val="dk2"/>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24.png"/><Relationship Id="rId7" Type="http://schemas.openxmlformats.org/officeDocument/2006/relationships/image" Target="../media/image19.png"/><Relationship Id="rId8"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299258" y="286789"/>
            <a:ext cx="11643362" cy="1876050"/>
          </a:xfrm>
          <a:prstGeom prst="rect">
            <a:avLst/>
          </a:prstGeom>
          <a:noFill/>
          <a:ln>
            <a:noFill/>
          </a:ln>
        </p:spPr>
        <p:txBody>
          <a:bodyPr anchorCtr="0" anchor="b" bIns="45700" lIns="91425" spcFirstLastPara="1" rIns="91425" wrap="square" tIns="45700">
            <a:noAutofit/>
          </a:bodyPr>
          <a:lstStyle/>
          <a:p>
            <a:pPr indent="0" lvl="0" marL="0" rtl="0" algn="just">
              <a:spcBef>
                <a:spcPts val="0"/>
              </a:spcBef>
              <a:spcAft>
                <a:spcPts val="0"/>
              </a:spcAft>
              <a:buClr>
                <a:srgbClr val="80799A"/>
              </a:buClr>
              <a:buSzPts val="4000"/>
              <a:buFont typeface="Century Gothic"/>
              <a:buNone/>
            </a:pPr>
            <a:r>
              <a:rPr lang="en-GB" sz="4000"/>
              <a:t>Abnormality Classification in Gastrointestinal Tract through Endoscopic Imagery using Deep Learning </a:t>
            </a:r>
            <a:endParaRPr sz="4000"/>
          </a:p>
        </p:txBody>
      </p:sp>
      <p:sp>
        <p:nvSpPr>
          <p:cNvPr id="106" name="Google Shape;106;p1"/>
          <p:cNvSpPr txBox="1"/>
          <p:nvPr>
            <p:ph idx="1" type="subTitle"/>
          </p:nvPr>
        </p:nvSpPr>
        <p:spPr>
          <a:xfrm>
            <a:off x="299258" y="3429000"/>
            <a:ext cx="3031375" cy="165576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680"/>
              <a:buNone/>
            </a:pPr>
            <a:r>
              <a:rPr lang="en-GB"/>
              <a:t>Project members:</a:t>
            </a:r>
            <a:endParaRPr/>
          </a:p>
          <a:p>
            <a:pPr indent="0" lvl="0" marL="0" rtl="0" algn="l">
              <a:lnSpc>
                <a:spcPct val="90000"/>
              </a:lnSpc>
              <a:spcBef>
                <a:spcPts val="720"/>
              </a:spcBef>
              <a:spcAft>
                <a:spcPts val="0"/>
              </a:spcAft>
              <a:buSzPts val="1680"/>
              <a:buNone/>
            </a:pPr>
            <a:r>
              <a:rPr lang="en-GB"/>
              <a:t>Senthil Kumar</a:t>
            </a:r>
            <a:endParaRPr/>
          </a:p>
          <a:p>
            <a:pPr indent="0" lvl="0" marL="0" rtl="0" algn="l">
              <a:lnSpc>
                <a:spcPct val="90000"/>
              </a:lnSpc>
              <a:spcBef>
                <a:spcPts val="720"/>
              </a:spcBef>
              <a:spcAft>
                <a:spcPts val="0"/>
              </a:spcAft>
              <a:buSzPts val="1680"/>
              <a:buNone/>
            </a:pPr>
            <a:r>
              <a:rPr lang="en-GB"/>
              <a:t>Ponn Siva Shankar</a:t>
            </a:r>
            <a:endParaRPr/>
          </a:p>
          <a:p>
            <a:pPr indent="0" lvl="0" marL="0" rtl="0" algn="l">
              <a:lnSpc>
                <a:spcPct val="90000"/>
              </a:lnSpc>
              <a:spcBef>
                <a:spcPts val="720"/>
              </a:spcBef>
              <a:spcAft>
                <a:spcPts val="0"/>
              </a:spcAft>
              <a:buSzPts val="1680"/>
              <a:buNone/>
            </a:pPr>
            <a:r>
              <a:rPr lang="en-GB"/>
              <a:t>Yogeshwaran</a:t>
            </a:r>
            <a:endParaRPr/>
          </a:p>
          <a:p>
            <a:pPr indent="0" lvl="0" marL="0" rtl="0" algn="l">
              <a:lnSpc>
                <a:spcPct val="90000"/>
              </a:lnSpc>
              <a:spcBef>
                <a:spcPts val="720"/>
              </a:spcBef>
              <a:spcAft>
                <a:spcPts val="0"/>
              </a:spcAft>
              <a:buSzPts val="1680"/>
              <a:buNone/>
            </a:pPr>
            <a:r>
              <a:t/>
            </a:r>
            <a:endParaRPr/>
          </a:p>
        </p:txBody>
      </p:sp>
      <p:sp>
        <p:nvSpPr>
          <p:cNvPr id="107" name="Google Shape;107;p1"/>
          <p:cNvSpPr txBox="1"/>
          <p:nvPr/>
        </p:nvSpPr>
        <p:spPr>
          <a:xfrm>
            <a:off x="4378037" y="2306781"/>
            <a:ext cx="6384176" cy="4264430"/>
          </a:xfrm>
          <a:prstGeom prst="rect">
            <a:avLst/>
          </a:prstGeom>
          <a:noFill/>
          <a:ln>
            <a:noFill/>
          </a:ln>
        </p:spPr>
        <p:txBody>
          <a:bodyPr anchorCtr="0" anchor="t" bIns="45700" lIns="91425" spcFirstLastPara="1" rIns="91425" wrap="square" tIns="45700">
            <a:noAutofit/>
          </a:bodyPr>
          <a:lstStyle/>
          <a:p>
            <a:pPr indent="0" lvl="0" marL="0" marR="0" rtl="0" algn="just">
              <a:lnSpc>
                <a:spcPct val="110000"/>
              </a:lnSpc>
              <a:spcBef>
                <a:spcPts val="0"/>
              </a:spcBef>
              <a:spcAft>
                <a:spcPts val="0"/>
              </a:spcAft>
              <a:buClr>
                <a:srgbClr val="514DAA"/>
              </a:buClr>
              <a:buSzPts val="1680"/>
              <a:buFont typeface="Noto Sans Symbols"/>
              <a:buNone/>
            </a:pPr>
            <a:r>
              <a:rPr b="1" i="0" lang="en-GB" sz="2400" u="none" cap="none" strike="noStrike">
                <a:solidFill>
                  <a:srgbClr val="455673"/>
                </a:solidFill>
                <a:latin typeface="Century Gothic"/>
                <a:ea typeface="Century Gothic"/>
                <a:cs typeface="Century Gothic"/>
                <a:sym typeface="Century Gothic"/>
              </a:rPr>
              <a:t>Under the Guidance of:</a:t>
            </a:r>
            <a:endParaRPr/>
          </a:p>
          <a:p>
            <a:pPr indent="0" lvl="0" marL="0" marR="0" rtl="0" algn="just">
              <a:lnSpc>
                <a:spcPct val="110000"/>
              </a:lnSpc>
              <a:spcBef>
                <a:spcPts val="720"/>
              </a:spcBef>
              <a:spcAft>
                <a:spcPts val="0"/>
              </a:spcAft>
              <a:buClr>
                <a:srgbClr val="514DAA"/>
              </a:buClr>
              <a:buSzPts val="1680"/>
              <a:buFont typeface="Noto Sans Symbols"/>
              <a:buNone/>
            </a:pPr>
            <a:r>
              <a:rPr b="1" i="0" lang="en-GB" sz="2400" u="none" cap="none" strike="noStrike">
                <a:solidFill>
                  <a:srgbClr val="455673"/>
                </a:solidFill>
                <a:latin typeface="Century Gothic"/>
                <a:ea typeface="Century Gothic"/>
                <a:cs typeface="Century Gothic"/>
                <a:sym typeface="Century Gothic"/>
              </a:rPr>
              <a:t>Dr. Jayabharathy J</a:t>
            </a:r>
            <a:endParaRPr/>
          </a:p>
          <a:p>
            <a:pPr indent="0" lvl="0" marL="0" marR="0" rtl="0" algn="just">
              <a:lnSpc>
                <a:spcPct val="110000"/>
              </a:lnSpc>
              <a:spcBef>
                <a:spcPts val="720"/>
              </a:spcBef>
              <a:spcAft>
                <a:spcPts val="0"/>
              </a:spcAft>
              <a:buClr>
                <a:srgbClr val="514DAA"/>
              </a:buClr>
              <a:buSzPts val="1680"/>
              <a:buFont typeface="Noto Sans Symbols"/>
              <a:buNone/>
            </a:pPr>
            <a:r>
              <a:rPr b="1" i="0" lang="en-GB" sz="2400" u="none" cap="none" strike="noStrike">
                <a:solidFill>
                  <a:srgbClr val="455673"/>
                </a:solidFill>
                <a:latin typeface="Century Gothic"/>
                <a:ea typeface="Century Gothic"/>
                <a:cs typeface="Century Gothic"/>
                <a:sym typeface="Century Gothic"/>
              </a:rPr>
              <a:t>Associate Professor</a:t>
            </a:r>
            <a:endParaRPr/>
          </a:p>
          <a:p>
            <a:pPr indent="0" lvl="0" marL="0" marR="0" rtl="0" algn="just">
              <a:lnSpc>
                <a:spcPct val="170000"/>
              </a:lnSpc>
              <a:spcBef>
                <a:spcPts val="720"/>
              </a:spcBef>
              <a:spcAft>
                <a:spcPts val="0"/>
              </a:spcAft>
              <a:buClr>
                <a:srgbClr val="514DAA"/>
              </a:buClr>
              <a:buSzPts val="1680"/>
              <a:buFont typeface="Noto Sans Symbols"/>
              <a:buNone/>
            </a:pPr>
            <a:r>
              <a:rPr b="1" i="0" lang="en-GB" sz="2400" u="none" cap="none" strike="noStrike">
                <a:solidFill>
                  <a:srgbClr val="455673"/>
                </a:solidFill>
                <a:latin typeface="Century Gothic"/>
                <a:ea typeface="Century Gothic"/>
                <a:cs typeface="Century Gothic"/>
                <a:sym typeface="Century Gothic"/>
              </a:rPr>
              <a:t>DEPARTMENT OF COMPUTER SCIENCE AND ENGINEERING </a:t>
            </a:r>
            <a:endParaRPr/>
          </a:p>
          <a:p>
            <a:pPr indent="0" lvl="0" marL="0" marR="0" rtl="0" algn="just">
              <a:lnSpc>
                <a:spcPct val="170000"/>
              </a:lnSpc>
              <a:spcBef>
                <a:spcPts val="720"/>
              </a:spcBef>
              <a:spcAft>
                <a:spcPts val="0"/>
              </a:spcAft>
              <a:buClr>
                <a:srgbClr val="514DAA"/>
              </a:buClr>
              <a:buSzPts val="1680"/>
              <a:buFont typeface="Noto Sans Symbols"/>
              <a:buNone/>
            </a:pPr>
            <a:r>
              <a:rPr b="1" i="0" lang="en-GB" sz="2400" u="none" cap="none" strike="noStrike">
                <a:solidFill>
                  <a:srgbClr val="455673"/>
                </a:solidFill>
                <a:latin typeface="Century Gothic"/>
                <a:ea typeface="Century Gothic"/>
                <a:cs typeface="Century Gothic"/>
                <a:sym typeface="Century Gothic"/>
              </a:rPr>
              <a:t>Puducherry Technological University</a:t>
            </a:r>
            <a:endParaRPr/>
          </a:p>
          <a:p>
            <a:pPr indent="0" lvl="0" marL="0" marR="0" rtl="0" algn="just">
              <a:lnSpc>
                <a:spcPct val="170000"/>
              </a:lnSpc>
              <a:spcBef>
                <a:spcPts val="720"/>
              </a:spcBef>
              <a:spcAft>
                <a:spcPts val="0"/>
              </a:spcAft>
              <a:buClr>
                <a:srgbClr val="514DAA"/>
              </a:buClr>
              <a:buSzPts val="1680"/>
              <a:buFont typeface="Noto Sans Symbols"/>
              <a:buNone/>
            </a:pPr>
            <a:r>
              <a:rPr b="1" i="0" lang="en-GB" sz="2400" u="none" cap="none" strike="noStrike">
                <a:solidFill>
                  <a:srgbClr val="455673"/>
                </a:solidFill>
                <a:latin typeface="Century Gothic"/>
                <a:ea typeface="Century Gothic"/>
                <a:cs typeface="Century Gothic"/>
                <a:sym typeface="Century Gothic"/>
              </a:rPr>
              <a:t>Puducherry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ph type="title"/>
          </p:nvPr>
        </p:nvSpPr>
        <p:spPr>
          <a:xfrm>
            <a:off x="3375660" y="283269"/>
            <a:ext cx="5440680" cy="998161"/>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AGENDA</a:t>
            </a:r>
            <a:endParaRPr/>
          </a:p>
        </p:txBody>
      </p:sp>
      <p:sp>
        <p:nvSpPr>
          <p:cNvPr id="113" name="Google Shape;113;p2"/>
          <p:cNvSpPr txBox="1"/>
          <p:nvPr>
            <p:ph idx="1" type="body"/>
          </p:nvPr>
        </p:nvSpPr>
        <p:spPr>
          <a:xfrm>
            <a:off x="3614651" y="1281430"/>
            <a:ext cx="6234546" cy="5810596"/>
          </a:xfrm>
          <a:prstGeom prst="rect">
            <a:avLst/>
          </a:prstGeom>
          <a:noFill/>
          <a:ln>
            <a:noFill/>
          </a:ln>
        </p:spPr>
        <p:txBody>
          <a:bodyPr anchorCtr="0" anchor="t" bIns="45700" lIns="91425" spcFirstLastPara="1" rIns="91425" wrap="square" tIns="45700">
            <a:normAutofit fontScale="85000" lnSpcReduction="20000"/>
          </a:bodyPr>
          <a:lstStyle/>
          <a:p>
            <a:pPr indent="-287338" lvl="0" marL="287338" rtl="0" algn="l">
              <a:lnSpc>
                <a:spcPct val="90000"/>
              </a:lnSpc>
              <a:spcBef>
                <a:spcPts val="0"/>
              </a:spcBef>
              <a:spcAft>
                <a:spcPts val="0"/>
              </a:spcAft>
              <a:buSzPct val="70000"/>
              <a:buChar char="◉"/>
            </a:pPr>
            <a:r>
              <a:rPr b="0" i="0" lang="en-GB" sz="2800" u="none" strike="noStrike">
                <a:latin typeface="Arial"/>
                <a:ea typeface="Arial"/>
                <a:cs typeface="Arial"/>
                <a:sym typeface="Arial"/>
              </a:rPr>
              <a:t>Introduction</a:t>
            </a:r>
            <a:endParaRPr/>
          </a:p>
          <a:p>
            <a:pPr indent="-287338" lvl="0" marL="287338" rtl="0" algn="l">
              <a:lnSpc>
                <a:spcPct val="90000"/>
              </a:lnSpc>
              <a:spcBef>
                <a:spcPts val="714"/>
              </a:spcBef>
              <a:spcAft>
                <a:spcPts val="0"/>
              </a:spcAft>
              <a:buSzPct val="70000"/>
              <a:buChar char="◉"/>
            </a:pPr>
            <a:r>
              <a:rPr b="0" i="0" lang="en-GB" sz="2800" u="none" strike="noStrike">
                <a:latin typeface="Arial"/>
                <a:ea typeface="Arial"/>
                <a:cs typeface="Arial"/>
                <a:sym typeface="Arial"/>
              </a:rPr>
              <a:t>Literature review</a:t>
            </a:r>
            <a:endParaRPr/>
          </a:p>
          <a:p>
            <a:pPr indent="-287338" lvl="0" marL="287338" rtl="0" algn="l">
              <a:lnSpc>
                <a:spcPct val="90000"/>
              </a:lnSpc>
              <a:spcBef>
                <a:spcPts val="714"/>
              </a:spcBef>
              <a:spcAft>
                <a:spcPts val="0"/>
              </a:spcAft>
              <a:buSzPct val="70000"/>
              <a:buChar char="◉"/>
            </a:pPr>
            <a:r>
              <a:rPr b="0" i="0" lang="en-GB" sz="2800" u="none" strike="noStrike">
                <a:latin typeface="Arial"/>
                <a:ea typeface="Arial"/>
                <a:cs typeface="Arial"/>
                <a:sym typeface="Arial"/>
              </a:rPr>
              <a:t>Existing System</a:t>
            </a:r>
            <a:endParaRPr/>
          </a:p>
          <a:p>
            <a:pPr indent="-287338" lvl="0" marL="287338" rtl="0" algn="l">
              <a:lnSpc>
                <a:spcPct val="90000"/>
              </a:lnSpc>
              <a:spcBef>
                <a:spcPts val="714"/>
              </a:spcBef>
              <a:spcAft>
                <a:spcPts val="0"/>
              </a:spcAft>
              <a:buSzPct val="70000"/>
              <a:buChar char="◉"/>
            </a:pPr>
            <a:r>
              <a:rPr lang="en-GB" sz="2800">
                <a:latin typeface="Arial"/>
                <a:ea typeface="Arial"/>
                <a:cs typeface="Arial"/>
                <a:sym typeface="Arial"/>
              </a:rPr>
              <a:t>Architecture of existing system</a:t>
            </a:r>
            <a:endParaRPr/>
          </a:p>
          <a:p>
            <a:pPr indent="-287338" lvl="0" marL="287338" rtl="0" algn="l">
              <a:lnSpc>
                <a:spcPct val="90000"/>
              </a:lnSpc>
              <a:spcBef>
                <a:spcPts val="714"/>
              </a:spcBef>
              <a:spcAft>
                <a:spcPts val="0"/>
              </a:spcAft>
              <a:buSzPct val="70000"/>
              <a:buChar char="◉"/>
            </a:pPr>
            <a:r>
              <a:rPr b="0" i="0" lang="en-GB" sz="2800" u="none" strike="noStrike">
                <a:latin typeface="Arial"/>
                <a:ea typeface="Arial"/>
                <a:cs typeface="Arial"/>
                <a:sym typeface="Arial"/>
              </a:rPr>
              <a:t>Limitations of existing system</a:t>
            </a:r>
            <a:endParaRPr/>
          </a:p>
          <a:p>
            <a:pPr indent="-287338" lvl="0" marL="287338" rtl="0" algn="l">
              <a:lnSpc>
                <a:spcPct val="90000"/>
              </a:lnSpc>
              <a:spcBef>
                <a:spcPts val="714"/>
              </a:spcBef>
              <a:spcAft>
                <a:spcPts val="0"/>
              </a:spcAft>
              <a:buSzPct val="70000"/>
              <a:buChar char="◉"/>
            </a:pPr>
            <a:r>
              <a:rPr lang="en-GB" sz="2800">
                <a:latin typeface="Arial"/>
                <a:ea typeface="Arial"/>
                <a:cs typeface="Arial"/>
                <a:sym typeface="Arial"/>
              </a:rPr>
              <a:t>P</a:t>
            </a:r>
            <a:r>
              <a:rPr b="0" i="0" lang="en-GB" sz="2800" u="none" strike="noStrike">
                <a:latin typeface="Arial"/>
                <a:ea typeface="Arial"/>
                <a:cs typeface="Arial"/>
                <a:sym typeface="Arial"/>
              </a:rPr>
              <a:t>roblem </a:t>
            </a:r>
            <a:r>
              <a:rPr lang="en-GB" sz="2800">
                <a:latin typeface="Arial"/>
                <a:ea typeface="Arial"/>
                <a:cs typeface="Arial"/>
                <a:sym typeface="Arial"/>
              </a:rPr>
              <a:t>D</a:t>
            </a:r>
            <a:r>
              <a:rPr b="0" i="0" lang="en-GB" sz="2800" u="none" strike="noStrike">
                <a:latin typeface="Arial"/>
                <a:ea typeface="Arial"/>
                <a:cs typeface="Arial"/>
                <a:sym typeface="Arial"/>
              </a:rPr>
              <a:t>efinition</a:t>
            </a:r>
            <a:endParaRPr/>
          </a:p>
          <a:p>
            <a:pPr indent="-287338" lvl="0" marL="287338" rtl="0" algn="l">
              <a:lnSpc>
                <a:spcPct val="90000"/>
              </a:lnSpc>
              <a:spcBef>
                <a:spcPts val="714"/>
              </a:spcBef>
              <a:spcAft>
                <a:spcPts val="0"/>
              </a:spcAft>
              <a:buSzPct val="70000"/>
              <a:buChar char="◉"/>
            </a:pPr>
            <a:r>
              <a:rPr b="0" i="0" lang="en-GB" sz="2800" u="none" strike="noStrike">
                <a:latin typeface="Arial"/>
                <a:ea typeface="Arial"/>
                <a:cs typeface="Arial"/>
                <a:sym typeface="Arial"/>
              </a:rPr>
              <a:t>Objective of the proposed system</a:t>
            </a:r>
            <a:endParaRPr/>
          </a:p>
          <a:p>
            <a:pPr indent="-287338" lvl="0" marL="287338" rtl="0" algn="l">
              <a:lnSpc>
                <a:spcPct val="90000"/>
              </a:lnSpc>
              <a:spcBef>
                <a:spcPts val="714"/>
              </a:spcBef>
              <a:spcAft>
                <a:spcPts val="0"/>
              </a:spcAft>
              <a:buSzPct val="70000"/>
              <a:buChar char="◉"/>
            </a:pPr>
            <a:r>
              <a:rPr b="0" i="0" lang="en-GB" sz="2800" u="none" strike="noStrike">
                <a:latin typeface="Arial"/>
                <a:ea typeface="Arial"/>
                <a:cs typeface="Arial"/>
                <a:sym typeface="Arial"/>
              </a:rPr>
              <a:t>Architecture of proposed system</a:t>
            </a:r>
            <a:endParaRPr/>
          </a:p>
          <a:p>
            <a:pPr indent="-287338" lvl="0" marL="287338" rtl="0" algn="l">
              <a:lnSpc>
                <a:spcPct val="90000"/>
              </a:lnSpc>
              <a:spcBef>
                <a:spcPts val="714"/>
              </a:spcBef>
              <a:spcAft>
                <a:spcPts val="0"/>
              </a:spcAft>
              <a:buSzPct val="70000"/>
              <a:buChar char="◉"/>
            </a:pPr>
            <a:r>
              <a:rPr lang="en-GB" sz="2800">
                <a:latin typeface="Arial"/>
                <a:ea typeface="Arial"/>
                <a:cs typeface="Arial"/>
                <a:sym typeface="Arial"/>
              </a:rPr>
              <a:t>Module description</a:t>
            </a:r>
            <a:endParaRPr/>
          </a:p>
          <a:p>
            <a:pPr indent="-287338" lvl="0" marL="287338" rtl="0" algn="l">
              <a:lnSpc>
                <a:spcPct val="90000"/>
              </a:lnSpc>
              <a:spcBef>
                <a:spcPts val="714"/>
              </a:spcBef>
              <a:spcAft>
                <a:spcPts val="0"/>
              </a:spcAft>
              <a:buSzPct val="70000"/>
              <a:buChar char="◉"/>
            </a:pPr>
            <a:r>
              <a:rPr b="0" i="0" lang="en-GB" sz="2800" u="none" strike="noStrike">
                <a:latin typeface="Arial"/>
                <a:ea typeface="Arial"/>
                <a:cs typeface="Arial"/>
                <a:sym typeface="Arial"/>
              </a:rPr>
              <a:t>Input and Output </a:t>
            </a:r>
            <a:endParaRPr/>
          </a:p>
          <a:p>
            <a:pPr indent="-287338" lvl="0" marL="287338" rtl="0" algn="l">
              <a:lnSpc>
                <a:spcPct val="90000"/>
              </a:lnSpc>
              <a:spcBef>
                <a:spcPts val="714"/>
              </a:spcBef>
              <a:spcAft>
                <a:spcPts val="0"/>
              </a:spcAft>
              <a:buSzPct val="70000"/>
              <a:buChar char="◉"/>
            </a:pPr>
            <a:r>
              <a:rPr b="0" i="0" lang="en-GB" sz="2800" u="none" strike="noStrike">
                <a:latin typeface="Arial"/>
                <a:ea typeface="Arial"/>
                <a:cs typeface="Arial"/>
                <a:sym typeface="Arial"/>
              </a:rPr>
              <a:t>Hardware and Software requirements</a:t>
            </a:r>
            <a:endParaRPr/>
          </a:p>
          <a:p>
            <a:pPr indent="-287338" lvl="0" marL="287338" rtl="0" algn="l">
              <a:lnSpc>
                <a:spcPct val="90000"/>
              </a:lnSpc>
              <a:spcBef>
                <a:spcPts val="714"/>
              </a:spcBef>
              <a:spcAft>
                <a:spcPts val="0"/>
              </a:spcAft>
              <a:buSzPct val="70000"/>
              <a:buChar char="◉"/>
            </a:pPr>
            <a:r>
              <a:rPr b="0" i="0" lang="en-GB" sz="2800" u="none" strike="noStrike">
                <a:latin typeface="Arial"/>
                <a:ea typeface="Arial"/>
                <a:cs typeface="Arial"/>
                <a:sym typeface="Arial"/>
              </a:rPr>
              <a:t>Implementation </a:t>
            </a:r>
            <a:endParaRPr/>
          </a:p>
          <a:p>
            <a:pPr indent="-287338" lvl="0" marL="287338" rtl="0" algn="l">
              <a:lnSpc>
                <a:spcPct val="90000"/>
              </a:lnSpc>
              <a:spcBef>
                <a:spcPts val="714"/>
              </a:spcBef>
              <a:spcAft>
                <a:spcPts val="0"/>
              </a:spcAft>
              <a:buSzPct val="70000"/>
              <a:buChar char="◉"/>
            </a:pPr>
            <a:r>
              <a:rPr lang="en-GB" sz="2800">
                <a:latin typeface="Arial"/>
                <a:ea typeface="Arial"/>
                <a:cs typeface="Arial"/>
                <a:sym typeface="Arial"/>
              </a:rPr>
              <a:t>Plan of action</a:t>
            </a:r>
            <a:endParaRPr/>
          </a:p>
          <a:p>
            <a:pPr indent="-287338" lvl="0" marL="287338" rtl="0" algn="l">
              <a:lnSpc>
                <a:spcPct val="90000"/>
              </a:lnSpc>
              <a:spcBef>
                <a:spcPts val="714"/>
              </a:spcBef>
              <a:spcAft>
                <a:spcPts val="0"/>
              </a:spcAft>
              <a:buSzPct val="70000"/>
              <a:buChar char="◉"/>
            </a:pPr>
            <a:r>
              <a:rPr b="0" i="0" lang="en-GB" sz="2800" u="none" strike="noStrike">
                <a:latin typeface="Arial"/>
                <a:ea typeface="Arial"/>
                <a:cs typeface="Arial"/>
                <a:sym typeface="Arial"/>
              </a:rPr>
              <a:t>Conclusion </a:t>
            </a:r>
            <a:endParaRPr/>
          </a:p>
          <a:p>
            <a:pPr indent="-287338" lvl="0" marL="287338" rtl="0" algn="l">
              <a:lnSpc>
                <a:spcPct val="90000"/>
              </a:lnSpc>
              <a:spcBef>
                <a:spcPts val="714"/>
              </a:spcBef>
              <a:spcAft>
                <a:spcPts val="0"/>
              </a:spcAft>
              <a:buSzPct val="70000"/>
              <a:buChar char="◉"/>
            </a:pPr>
            <a:r>
              <a:rPr lang="en-GB" sz="2800">
                <a:latin typeface="Arial"/>
                <a:ea typeface="Arial"/>
                <a:cs typeface="Arial"/>
                <a:sym typeface="Arial"/>
              </a:rPr>
              <a:t>Reference </a:t>
            </a:r>
            <a:endParaRPr b="0" i="0" sz="2800" u="none" strike="noStrike">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INTRODUCTION</a:t>
            </a:r>
            <a:endParaRPr/>
          </a:p>
        </p:txBody>
      </p:sp>
      <p:sp>
        <p:nvSpPr>
          <p:cNvPr id="119" name="Google Shape;1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SzPct val="70000"/>
              <a:buNone/>
            </a:pPr>
            <a:r>
              <a:rPr b="1" lang="en-GB" sz="2800"/>
              <a:t>Gastrointestinal Tract</a:t>
            </a:r>
            <a:endParaRPr/>
          </a:p>
          <a:p>
            <a:pPr indent="-287338" lvl="0" marL="287338" rtl="0" algn="l">
              <a:lnSpc>
                <a:spcPct val="150000"/>
              </a:lnSpc>
              <a:spcBef>
                <a:spcPts val="777"/>
              </a:spcBef>
              <a:spcAft>
                <a:spcPts val="0"/>
              </a:spcAft>
              <a:buSzPct val="70000"/>
              <a:buChar char="◉"/>
            </a:pPr>
            <a:r>
              <a:rPr lang="en-GB" sz="2800"/>
              <a:t>The GI tract is the pathway food takes from your mouth, through the esophagus, stomach, small and large intestine</a:t>
            </a:r>
            <a:endParaRPr b="1" sz="2800"/>
          </a:p>
          <a:p>
            <a:pPr indent="0" lvl="0" marL="0" rtl="0" algn="just">
              <a:lnSpc>
                <a:spcPct val="150000"/>
              </a:lnSpc>
              <a:spcBef>
                <a:spcPts val="777"/>
              </a:spcBef>
              <a:spcAft>
                <a:spcPts val="0"/>
              </a:spcAft>
              <a:buSzPct val="70000"/>
              <a:buNone/>
            </a:pPr>
            <a:r>
              <a:rPr b="1" lang="en-GB" sz="2800"/>
              <a:t>Endoscopy </a:t>
            </a:r>
            <a:endParaRPr/>
          </a:p>
          <a:p>
            <a:pPr indent="-287338" lvl="0" marL="287338" rtl="0" algn="just">
              <a:lnSpc>
                <a:spcPct val="150000"/>
              </a:lnSpc>
              <a:spcBef>
                <a:spcPts val="777"/>
              </a:spcBef>
              <a:spcAft>
                <a:spcPts val="0"/>
              </a:spcAft>
              <a:buSzPct val="70000"/>
              <a:buChar char="◉"/>
            </a:pPr>
            <a:r>
              <a:rPr lang="en-GB" sz="2800"/>
              <a:t>Endoscopy is one of these procedures, it is often used to examine the GI tract embedding a tube with a camera within it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b="1" lang="en-GB" sz="4400"/>
              <a:t>Motivation</a:t>
            </a:r>
            <a:endParaRPr/>
          </a:p>
        </p:txBody>
      </p:sp>
      <p:sp>
        <p:nvSpPr>
          <p:cNvPr id="125" name="Google Shape;125;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87338" lvl="0" marL="287338" rtl="0" algn="just">
              <a:lnSpc>
                <a:spcPct val="150000"/>
              </a:lnSpc>
              <a:spcBef>
                <a:spcPts val="0"/>
              </a:spcBef>
              <a:spcAft>
                <a:spcPts val="0"/>
              </a:spcAft>
              <a:buSzPct val="70000"/>
              <a:buChar char="◉"/>
            </a:pPr>
            <a:r>
              <a:rPr lang="en-GB" sz="2800"/>
              <a:t>Nearly two million patients die of gastrointestinal diseases worldwide. Image endoscopy is one of the latest technologies in the medical imaging field for the diagnosis of gastrointestinal diseases, such as stomach ulcers, bleeding, and polyps</a:t>
            </a:r>
            <a:endParaRPr/>
          </a:p>
          <a:p>
            <a:pPr indent="-287338" lvl="0" marL="287338" rtl="0" algn="just">
              <a:lnSpc>
                <a:spcPct val="150000"/>
              </a:lnSpc>
              <a:spcBef>
                <a:spcPts val="777"/>
              </a:spcBef>
              <a:spcAft>
                <a:spcPts val="0"/>
              </a:spcAft>
              <a:buSzPct val="70000"/>
              <a:buChar char="◉"/>
            </a:pPr>
            <a:r>
              <a:rPr lang="en-GB" sz="2800"/>
              <a:t>The novelty of the proposed methodology lies in developing a system for diagnosis of gastrointestinal diseases</a:t>
            </a:r>
            <a:endParaRPr sz="2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ph type="title"/>
          </p:nvPr>
        </p:nvSpPr>
        <p:spPr>
          <a:xfrm>
            <a:off x="838200" y="298334"/>
            <a:ext cx="10515600" cy="765406"/>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i="0" lang="en-GB" sz="4400" u="none" strike="noStrike"/>
              <a:t>Literature review</a:t>
            </a:r>
            <a:endParaRPr/>
          </a:p>
        </p:txBody>
      </p:sp>
      <p:graphicFrame>
        <p:nvGraphicFramePr>
          <p:cNvPr id="131" name="Google Shape;131;p5"/>
          <p:cNvGraphicFramePr/>
          <p:nvPr/>
        </p:nvGraphicFramePr>
        <p:xfrm>
          <a:off x="254897" y="1330035"/>
          <a:ext cx="3000000" cy="3000000"/>
        </p:xfrm>
        <a:graphic>
          <a:graphicData uri="http://schemas.openxmlformats.org/drawingml/2006/table">
            <a:tbl>
              <a:tblPr bandRow="1" firstRow="1">
                <a:noFill/>
                <a:tableStyleId>{8DC9F511-DEBD-497E-9A65-B04C358927D9}</a:tableStyleId>
              </a:tblPr>
              <a:tblGrid>
                <a:gridCol w="735225"/>
                <a:gridCol w="1924325"/>
                <a:gridCol w="1891725"/>
                <a:gridCol w="1707150"/>
                <a:gridCol w="1926325"/>
                <a:gridCol w="1684075"/>
                <a:gridCol w="1730225"/>
              </a:tblGrid>
              <a:tr h="553825">
                <a:tc>
                  <a:txBody>
                    <a:bodyPr/>
                    <a:lstStyle/>
                    <a:p>
                      <a:pPr indent="0" lvl="0" marL="0" marR="0" rtl="0" algn="ctr">
                        <a:lnSpc>
                          <a:spcPct val="115000"/>
                        </a:lnSpc>
                        <a:spcBef>
                          <a:spcPts val="0"/>
                        </a:spcBef>
                        <a:spcAft>
                          <a:spcPts val="0"/>
                        </a:spcAft>
                        <a:buNone/>
                      </a:pPr>
                      <a:r>
                        <a:rPr b="1" lang="en-GB" sz="1200" u="none" cap="none" strike="noStrike">
                          <a:latin typeface="Arial"/>
                          <a:ea typeface="Arial"/>
                          <a:cs typeface="Arial"/>
                          <a:sym typeface="Arial"/>
                        </a:rPr>
                        <a:t>SL .No</a:t>
                      </a:r>
                      <a:endParaRPr sz="1200" u="none" cap="none" strike="noStrike">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GB" sz="1200" u="none" cap="none" strike="noStrike">
                          <a:latin typeface="Arial"/>
                          <a:ea typeface="Arial"/>
                          <a:cs typeface="Arial"/>
                          <a:sym typeface="Arial"/>
                        </a:rPr>
                        <a:t>Title &amp; Referenced Authors</a:t>
                      </a:r>
                      <a:endParaRPr sz="1200" u="none" cap="none" strike="noStrike">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GB" sz="1200" u="none" cap="none" strike="noStrike">
                          <a:latin typeface="Arial"/>
                          <a:ea typeface="Arial"/>
                          <a:cs typeface="Arial"/>
                          <a:sym typeface="Arial"/>
                        </a:rPr>
                        <a:t>Problem Statement</a:t>
                      </a:r>
                      <a:endParaRPr sz="1200" u="none" cap="none" strike="noStrike">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GB" sz="1200" u="none" cap="none" strike="noStrike">
                          <a:latin typeface="Arial"/>
                          <a:ea typeface="Arial"/>
                          <a:cs typeface="Arial"/>
                          <a:sym typeface="Arial"/>
                        </a:rPr>
                        <a:t>Algorithms &amp; Techniques used</a:t>
                      </a:r>
                      <a:endParaRPr sz="1200" u="none" cap="none" strike="noStrike">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GB" sz="1200" u="none" cap="none" strike="noStrike">
                          <a:latin typeface="Arial"/>
                          <a:ea typeface="Arial"/>
                          <a:cs typeface="Arial"/>
                          <a:sym typeface="Arial"/>
                        </a:rPr>
                        <a:t>Datasets</a:t>
                      </a:r>
                      <a:endParaRPr sz="1200" u="none" cap="none" strike="noStrike">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GB" sz="1200" u="none" cap="none" strike="noStrike">
                          <a:latin typeface="Arial"/>
                          <a:ea typeface="Arial"/>
                          <a:cs typeface="Arial"/>
                          <a:sym typeface="Arial"/>
                        </a:rPr>
                        <a:t>Metrics</a:t>
                      </a:r>
                      <a:endParaRPr sz="1200" u="none" cap="none" strike="noStrike">
                        <a:latin typeface="Arial"/>
                        <a:ea typeface="Arial"/>
                        <a:cs typeface="Arial"/>
                        <a:sym typeface="Arial"/>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GB" sz="1200" u="none" cap="none" strike="noStrike">
                          <a:latin typeface="Arial"/>
                          <a:ea typeface="Arial"/>
                          <a:cs typeface="Arial"/>
                          <a:sym typeface="Arial"/>
                        </a:rPr>
                        <a:t>Limitations</a:t>
                      </a:r>
                      <a:endParaRPr sz="1200" u="none" cap="none" strike="noStrike">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19650">
                <a:tc>
                  <a:txBody>
                    <a:bodyPr/>
                    <a:lstStyle/>
                    <a:p>
                      <a:pPr indent="0" lvl="0" marL="0" marR="0" rtl="0" algn="ctr">
                        <a:lnSpc>
                          <a:spcPct val="115000"/>
                        </a:lnSpc>
                        <a:spcBef>
                          <a:spcPts val="0"/>
                        </a:spcBef>
                        <a:spcAft>
                          <a:spcPts val="0"/>
                        </a:spcAft>
                        <a:buNone/>
                      </a:pPr>
                      <a:r>
                        <a:rPr lang="en-GB" sz="1200" u="none" cap="none" strike="noStrike">
                          <a:latin typeface="Arial"/>
                          <a:ea typeface="Arial"/>
                          <a:cs typeface="Arial"/>
                          <a:sym typeface="Arial"/>
                        </a:rPr>
                        <a:t>1.</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EndoL2H: Deep Super-Resolution for Capsule Endoscopy</a:t>
                      </a:r>
                      <a:endParaRPr/>
                    </a:p>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 </a:t>
                      </a:r>
                      <a:endParaRPr/>
                    </a:p>
                    <a:p>
                      <a:pPr indent="0" lvl="0" marL="0" marR="0" rtl="0" algn="just">
                        <a:lnSpc>
                          <a:spcPct val="115000"/>
                        </a:lnSpc>
                        <a:spcBef>
                          <a:spcPts val="0"/>
                        </a:spcBef>
                        <a:spcAft>
                          <a:spcPts val="0"/>
                        </a:spcAft>
                        <a:buNone/>
                      </a:pPr>
                      <a:r>
                        <a:rPr lang="en-GB" sz="1200" u="none" cap="none" strike="noStrike">
                          <a:solidFill>
                            <a:srgbClr val="202124"/>
                          </a:solidFill>
                          <a:latin typeface="Arial"/>
                          <a:ea typeface="Arial"/>
                          <a:cs typeface="Arial"/>
                          <a:sym typeface="Arial"/>
                        </a:rPr>
                        <a:t>Yasin Almalioglu , Graduate Student Member, IEEE, Kutsev.</a:t>
                      </a:r>
                      <a:endParaRPr/>
                    </a:p>
                    <a:p>
                      <a:pPr indent="0" lvl="0" marL="0" marR="0" rtl="0" algn="just">
                        <a:lnSpc>
                          <a:spcPct val="115000"/>
                        </a:lnSpc>
                        <a:spcBef>
                          <a:spcPts val="0"/>
                        </a:spcBef>
                        <a:spcAft>
                          <a:spcPts val="0"/>
                        </a:spcAft>
                        <a:buNone/>
                      </a:pPr>
                      <a:r>
                        <a:rPr lang="en-GB" sz="1200" u="none" cap="none" strike="noStrike">
                          <a:solidFill>
                            <a:srgbClr val="202124"/>
                          </a:solidFill>
                          <a:latin typeface="Arial"/>
                          <a:ea typeface="Arial"/>
                          <a:cs typeface="Arial"/>
                          <a:sym typeface="Arial"/>
                        </a:rPr>
                        <a:t>December 2020</a:t>
                      </a:r>
                      <a:endParaRPr sz="1200" u="none" cap="none" strike="noStrike">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solidFill>
                            <a:srgbClr val="202124"/>
                          </a:solidFill>
                          <a:latin typeface="Arial"/>
                          <a:ea typeface="Arial"/>
                          <a:cs typeface="Arial"/>
                          <a:sym typeface="Arial"/>
                        </a:rPr>
                        <a:t>To improve the low resolution image to high resolution image to improve the visual of the image</a:t>
                      </a:r>
                      <a:endParaRPr sz="1200" u="none" cap="none" strike="noStrike">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Spatial Attention-Based Super Resolution cGAN</a:t>
                      </a:r>
                      <a:endParaRPr sz="1200" u="none" cap="none" strike="noStrike">
                        <a:latin typeface="Arial"/>
                        <a:ea typeface="Arial"/>
                        <a:cs typeface="Arial"/>
                        <a:sym typeface="Arial"/>
                      </a:endParaRPr>
                    </a:p>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 </a:t>
                      </a:r>
                      <a:endParaRPr/>
                    </a:p>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High Fidelity Loss Function</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The dataset was divided into three subsets: 17, 220 images for training, 2, 000 images for validation, and 2, 000 for testing</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PSNR, SSIM, LPIPS, and GMSD</a:t>
                      </a:r>
                      <a:endParaRPr/>
                    </a:p>
                    <a:p>
                      <a:pPr indent="0" lvl="0" marL="0" marR="0" rtl="0" algn="just">
                        <a:lnSpc>
                          <a:spcPct val="115000"/>
                        </a:lnSpc>
                        <a:spcBef>
                          <a:spcPts val="0"/>
                        </a:spcBef>
                        <a:spcAft>
                          <a:spcPts val="0"/>
                        </a:spcAft>
                        <a:buNone/>
                      </a:pPr>
                      <a:r>
                        <a:t/>
                      </a:r>
                      <a:endParaRPr sz="1200" u="none" cap="none" strike="noStrike">
                        <a:latin typeface="Arial"/>
                        <a:ea typeface="Arial"/>
                        <a:cs typeface="Arial"/>
                        <a:sym typeface="Arial"/>
                      </a:endParaRPr>
                    </a:p>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The result image was sharper and more informative than before.</a:t>
                      </a:r>
                      <a:endParaRPr/>
                    </a:p>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 </a:t>
                      </a:r>
                      <a:endParaRPr/>
                    </a:p>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The image was clear and sharper according various standards.</a:t>
                      </a:r>
                      <a:endParaRPr/>
                    </a:p>
                    <a:p>
                      <a:pPr indent="0" lvl="0" marL="0" marR="0" rtl="0" algn="just">
                        <a:lnSpc>
                          <a:spcPct val="115000"/>
                        </a:lnSpc>
                        <a:spcBef>
                          <a:spcPts val="0"/>
                        </a:spcBef>
                        <a:spcAft>
                          <a:spcPts val="0"/>
                        </a:spcAft>
                        <a:buNone/>
                      </a:pPr>
                      <a:r>
                        <a:t/>
                      </a:r>
                      <a:endParaRPr sz="1200" u="none" cap="none" strike="noStrike">
                        <a:latin typeface="Arial"/>
                        <a:ea typeface="Arial"/>
                        <a:cs typeface="Arial"/>
                        <a:sym typeface="Arial"/>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This only converts low resolution image to high resolution image.</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179925">
                <a:tc>
                  <a:txBody>
                    <a:bodyPr/>
                    <a:lstStyle/>
                    <a:p>
                      <a:pPr indent="0" lvl="0" marL="0" marR="0" rtl="0" algn="ctr">
                        <a:lnSpc>
                          <a:spcPct val="115000"/>
                        </a:lnSpc>
                        <a:spcBef>
                          <a:spcPts val="0"/>
                        </a:spcBef>
                        <a:spcAft>
                          <a:spcPts val="0"/>
                        </a:spcAft>
                        <a:buNone/>
                      </a:pPr>
                      <a:r>
                        <a:rPr lang="en-GB" sz="1200" u="none" cap="none" strike="noStrike">
                          <a:latin typeface="Arial"/>
                          <a:ea typeface="Arial"/>
                          <a:cs typeface="Arial"/>
                          <a:sym typeface="Arial"/>
                        </a:rPr>
                        <a:t>2.</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solidFill>
                            <a:srgbClr val="202124"/>
                          </a:solidFill>
                          <a:latin typeface="Arial"/>
                          <a:ea typeface="Arial"/>
                          <a:cs typeface="Arial"/>
                          <a:sym typeface="Arial"/>
                        </a:rPr>
                        <a:t>Registration of Consecutive Frames From Wireless Capsule Endoscopy for 3D Motion Estimation , IEEE PAPER</a:t>
                      </a:r>
                      <a:endParaRPr sz="1200" u="none" cap="none" strike="noStrike">
                        <a:latin typeface="Arial"/>
                        <a:ea typeface="Arial"/>
                        <a:cs typeface="Arial"/>
                        <a:sym typeface="Arial"/>
                      </a:endParaRPr>
                    </a:p>
                    <a:p>
                      <a:pPr indent="0" lvl="0" marL="0" marR="0" rtl="0" algn="just">
                        <a:lnSpc>
                          <a:spcPct val="115000"/>
                        </a:lnSpc>
                        <a:spcBef>
                          <a:spcPts val="0"/>
                        </a:spcBef>
                        <a:spcAft>
                          <a:spcPts val="0"/>
                        </a:spcAft>
                        <a:buNone/>
                      </a:pPr>
                      <a:r>
                        <a:rPr lang="en-GB" sz="1200" u="none" cap="none" strike="noStrike">
                          <a:solidFill>
                            <a:srgbClr val="202124"/>
                          </a:solidFill>
                          <a:latin typeface="Arial"/>
                          <a:ea typeface="Arial"/>
                          <a:cs typeface="Arial"/>
                          <a:sym typeface="Arial"/>
                        </a:rPr>
                        <a:t> </a:t>
                      </a:r>
                      <a:endParaRPr sz="1200" u="none" cap="none" strike="noStrike">
                        <a:latin typeface="Arial"/>
                        <a:ea typeface="Arial"/>
                        <a:cs typeface="Arial"/>
                        <a:sym typeface="Arial"/>
                      </a:endParaRPr>
                    </a:p>
                    <a:p>
                      <a:pPr indent="0" lvl="0" marL="0" marR="0" rtl="0" algn="just">
                        <a:lnSpc>
                          <a:spcPct val="115000"/>
                        </a:lnSpc>
                        <a:spcBef>
                          <a:spcPts val="0"/>
                        </a:spcBef>
                        <a:spcAft>
                          <a:spcPts val="0"/>
                        </a:spcAft>
                        <a:buNone/>
                      </a:pPr>
                      <a:r>
                        <a:rPr lang="en-GB" sz="1200" u="none" cap="none" strike="noStrike">
                          <a:solidFill>
                            <a:srgbClr val="202124"/>
                          </a:solidFill>
                          <a:latin typeface="Arial"/>
                          <a:ea typeface="Arial"/>
                          <a:cs typeface="Arial"/>
                          <a:sym typeface="Arial"/>
                        </a:rPr>
                        <a:t>Marina Oliveira ,Helder Araujo , (Member, Ieee)</a:t>
                      </a:r>
                      <a:endParaRPr sz="1200" u="none" cap="none" strike="noStrike">
                        <a:latin typeface="Arial"/>
                        <a:ea typeface="Arial"/>
                        <a:cs typeface="Arial"/>
                        <a:sym typeface="Arial"/>
                      </a:endParaRPr>
                    </a:p>
                    <a:p>
                      <a:pPr indent="0" lvl="0" marL="0" marR="0" rtl="0" algn="just">
                        <a:lnSpc>
                          <a:spcPct val="115000"/>
                        </a:lnSpc>
                        <a:spcBef>
                          <a:spcPts val="0"/>
                        </a:spcBef>
                        <a:spcAft>
                          <a:spcPts val="0"/>
                        </a:spcAft>
                        <a:buNone/>
                      </a:pPr>
                      <a:r>
                        <a:rPr lang="en-GB" sz="1200" u="none" cap="none" strike="noStrike">
                          <a:solidFill>
                            <a:srgbClr val="202124"/>
                          </a:solidFill>
                          <a:latin typeface="Arial"/>
                          <a:ea typeface="Arial"/>
                          <a:cs typeface="Arial"/>
                          <a:sym typeface="Arial"/>
                        </a:rPr>
                        <a:t> August 2021</a:t>
                      </a:r>
                      <a:endParaRPr sz="1200" u="none" cap="none" strike="noStrike">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solidFill>
                            <a:srgbClr val="202124"/>
                          </a:solidFill>
                          <a:latin typeface="Arial"/>
                          <a:ea typeface="Arial"/>
                          <a:cs typeface="Arial"/>
                          <a:sym typeface="Arial"/>
                        </a:rPr>
                        <a:t>To capture the image from the capsule frame by frame.</a:t>
                      </a:r>
                      <a:endParaRPr sz="1200" u="none" cap="none" strike="noStrike">
                        <a:latin typeface="Arial"/>
                        <a:ea typeface="Arial"/>
                        <a:cs typeface="Arial"/>
                        <a:sym typeface="Arial"/>
                      </a:endParaRPr>
                    </a:p>
                    <a:p>
                      <a:pPr indent="0" lvl="0" marL="0" marR="0" rtl="0" algn="just">
                        <a:lnSpc>
                          <a:spcPct val="115000"/>
                        </a:lnSpc>
                        <a:spcBef>
                          <a:spcPts val="0"/>
                        </a:spcBef>
                        <a:spcAft>
                          <a:spcPts val="0"/>
                        </a:spcAft>
                        <a:buNone/>
                      </a:pPr>
                      <a:r>
                        <a:rPr lang="en-GB" sz="1200" u="none" cap="none" strike="noStrike">
                          <a:solidFill>
                            <a:srgbClr val="202124"/>
                          </a:solidFill>
                          <a:latin typeface="Arial"/>
                          <a:ea typeface="Arial"/>
                          <a:cs typeface="Arial"/>
                          <a:sym typeface="Arial"/>
                        </a:rPr>
                        <a:t>To estimate the trajectory for the capsule to reconstruct the path for easy detection of abnormalities.</a:t>
                      </a:r>
                      <a:endParaRPr sz="1200" u="none" cap="none" strike="noStrike">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Direct (pixel-based) , feature based, artificial intelligence strategies.</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The data used for this assessment is the Mirocam dataset obtained with our novel experimental setup</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MEIR, MPIR, SIFT, SURF, MSER, and LIOP</a:t>
                      </a:r>
                      <a:endParaRPr/>
                    </a:p>
                    <a:p>
                      <a:pPr indent="0" lvl="0" marL="0" marR="0" rtl="0" algn="just">
                        <a:lnSpc>
                          <a:spcPct val="115000"/>
                        </a:lnSpc>
                        <a:spcBef>
                          <a:spcPts val="0"/>
                        </a:spcBef>
                        <a:spcAft>
                          <a:spcPts val="0"/>
                        </a:spcAft>
                        <a:buNone/>
                      </a:pPr>
                      <a:r>
                        <a:t/>
                      </a:r>
                      <a:endParaRPr sz="1200" u="none" cap="none" strike="noStrike">
                        <a:latin typeface="Arial"/>
                        <a:ea typeface="Arial"/>
                        <a:cs typeface="Arial"/>
                        <a:sym typeface="Arial"/>
                      </a:endParaRPr>
                    </a:p>
                    <a:p>
                      <a:pPr indent="0" lvl="0" marL="0" marR="0" rtl="0" algn="just">
                        <a:lnSpc>
                          <a:spcPct val="115000"/>
                        </a:lnSpc>
                        <a:spcBef>
                          <a:spcPts val="0"/>
                        </a:spcBef>
                        <a:spcAft>
                          <a:spcPts val="0"/>
                        </a:spcAft>
                        <a:buClr>
                          <a:schemeClr val="dk1"/>
                        </a:buClr>
                        <a:buSzPts val="1200"/>
                        <a:buFont typeface="Arial"/>
                        <a:buNone/>
                      </a:pPr>
                      <a:r>
                        <a:rPr lang="en-GB" sz="1200" u="none" cap="none" strike="noStrike">
                          <a:latin typeface="Arial"/>
                          <a:ea typeface="Arial"/>
                          <a:cs typeface="Arial"/>
                          <a:sym typeface="Arial"/>
                        </a:rPr>
                        <a:t>The resulted image was cross checked with manual data and its almost same and visually correct.</a:t>
                      </a:r>
                      <a:endParaRPr/>
                    </a:p>
                    <a:p>
                      <a:pPr indent="0" lvl="0" marL="0" marR="0" rtl="0" algn="just">
                        <a:lnSpc>
                          <a:spcPct val="115000"/>
                        </a:lnSpc>
                        <a:spcBef>
                          <a:spcPts val="0"/>
                        </a:spcBef>
                        <a:spcAft>
                          <a:spcPts val="0"/>
                        </a:spcAft>
                        <a:buNone/>
                      </a:pPr>
                      <a:r>
                        <a:t/>
                      </a:r>
                      <a:endParaRPr sz="1200" u="none" cap="none" strike="noStrike">
                        <a:latin typeface="Arial"/>
                        <a:ea typeface="Arial"/>
                        <a:cs typeface="Arial"/>
                        <a:sym typeface="Arial"/>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The detection of the travel track of capsule was hard.</a:t>
                      </a:r>
                      <a:endParaRPr/>
                    </a:p>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 </a:t>
                      </a:r>
                      <a:endParaRPr/>
                    </a:p>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This only captures and predicts the photo for the data.</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graphicFrame>
        <p:nvGraphicFramePr>
          <p:cNvPr id="136" name="Google Shape;136;p6"/>
          <p:cNvGraphicFramePr/>
          <p:nvPr/>
        </p:nvGraphicFramePr>
        <p:xfrm>
          <a:off x="282633" y="498765"/>
          <a:ext cx="3000000" cy="3000000"/>
        </p:xfrm>
        <a:graphic>
          <a:graphicData uri="http://schemas.openxmlformats.org/drawingml/2006/table">
            <a:tbl>
              <a:tblPr>
                <a:noFill/>
                <a:tableStyleId>{178440E9-BBE4-4DAC-B7B8-E2751097FF34}</a:tableStyleId>
              </a:tblPr>
              <a:tblGrid>
                <a:gridCol w="515600"/>
                <a:gridCol w="1912200"/>
                <a:gridCol w="1410175"/>
                <a:gridCol w="1667075"/>
                <a:gridCol w="1417450"/>
                <a:gridCol w="1867250"/>
                <a:gridCol w="2698425"/>
              </a:tblGrid>
              <a:tr h="2597575">
                <a:tc>
                  <a:txBody>
                    <a:bodyPr/>
                    <a:lstStyle/>
                    <a:p>
                      <a:pPr indent="0" lvl="0" marL="0" marR="0" rtl="0" algn="ctr">
                        <a:lnSpc>
                          <a:spcPct val="115000"/>
                        </a:lnSpc>
                        <a:spcBef>
                          <a:spcPts val="0"/>
                        </a:spcBef>
                        <a:spcAft>
                          <a:spcPts val="0"/>
                        </a:spcAft>
                        <a:buNone/>
                      </a:pPr>
                      <a:r>
                        <a:rPr lang="en-GB" sz="1400" u="none" cap="none" strike="noStrike">
                          <a:latin typeface="Arial"/>
                          <a:ea typeface="Arial"/>
                          <a:cs typeface="Arial"/>
                          <a:sym typeface="Arial"/>
                        </a:rPr>
                        <a:t>3.</a:t>
                      </a:r>
                      <a:endParaRPr sz="1400" u="none" cap="none" strike="noStrike">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b="0" lang="en-GB" sz="1200" u="none" cap="none" strike="noStrike">
                          <a:solidFill>
                            <a:schemeClr val="dk1"/>
                          </a:solidFill>
                          <a:latin typeface="Arial"/>
                          <a:ea typeface="Arial"/>
                          <a:cs typeface="Arial"/>
                          <a:sym typeface="Arial"/>
                        </a:rPr>
                        <a:t>A Learning Based Microultrasound System for the Detection of Inflammation of the Gastrointestinal Tract</a:t>
                      </a:r>
                      <a:endParaRPr/>
                    </a:p>
                    <a:p>
                      <a:pPr indent="0" lvl="0" marL="0" marR="0" rtl="0" algn="just">
                        <a:lnSpc>
                          <a:spcPct val="115000"/>
                        </a:lnSpc>
                        <a:spcBef>
                          <a:spcPts val="0"/>
                        </a:spcBef>
                        <a:spcAft>
                          <a:spcPts val="0"/>
                        </a:spcAft>
                        <a:buNone/>
                      </a:pPr>
                      <a:r>
                        <a:rPr b="0" lang="en-GB" sz="1200" u="none" cap="none" strike="noStrike">
                          <a:solidFill>
                            <a:schemeClr val="dk1"/>
                          </a:solidFill>
                          <a:latin typeface="Arial"/>
                          <a:ea typeface="Arial"/>
                          <a:cs typeface="Arial"/>
                          <a:sym typeface="Arial"/>
                        </a:rPr>
                        <a:t>IEEE TRANS MED IMAGING</a:t>
                      </a:r>
                      <a:endParaRPr/>
                    </a:p>
                    <a:p>
                      <a:pPr indent="0" lvl="0" marL="0" marR="0" rtl="0" algn="just">
                        <a:lnSpc>
                          <a:spcPct val="115000"/>
                        </a:lnSpc>
                        <a:spcBef>
                          <a:spcPts val="0"/>
                        </a:spcBef>
                        <a:spcAft>
                          <a:spcPts val="0"/>
                        </a:spcAft>
                        <a:buNone/>
                      </a:pPr>
                      <a:r>
                        <a:t/>
                      </a:r>
                      <a:endParaRPr b="0" sz="1200" u="none" cap="none" strike="noStrike">
                        <a:solidFill>
                          <a:schemeClr val="dk1"/>
                        </a:solidFill>
                        <a:latin typeface="Arial"/>
                        <a:ea typeface="Arial"/>
                        <a:cs typeface="Arial"/>
                        <a:sym typeface="Arial"/>
                      </a:endParaRPr>
                    </a:p>
                    <a:p>
                      <a:pPr indent="0" lvl="0" marL="0" marR="0" rtl="0" algn="just">
                        <a:lnSpc>
                          <a:spcPct val="115000"/>
                        </a:lnSpc>
                        <a:spcBef>
                          <a:spcPts val="0"/>
                        </a:spcBef>
                        <a:spcAft>
                          <a:spcPts val="0"/>
                        </a:spcAft>
                        <a:buNone/>
                      </a:pPr>
                      <a:r>
                        <a:rPr b="0" lang="en-GB" sz="1200" u="none" cap="none" strike="noStrike">
                          <a:latin typeface="Arial"/>
                          <a:ea typeface="Arial"/>
                          <a:cs typeface="Arial"/>
                          <a:sym typeface="Arial"/>
                        </a:rPr>
                        <a:t>Shufan yang , christina lemke </a:t>
                      </a:r>
                      <a:endParaRPr/>
                    </a:p>
                    <a:p>
                      <a:pPr indent="0" lvl="0" marL="0" marR="0" rtl="0" algn="just">
                        <a:lnSpc>
                          <a:spcPct val="115000"/>
                        </a:lnSpc>
                        <a:spcBef>
                          <a:spcPts val="0"/>
                        </a:spcBef>
                        <a:spcAft>
                          <a:spcPts val="0"/>
                        </a:spcAft>
                        <a:buNone/>
                      </a:pPr>
                      <a:r>
                        <a:rPr b="0" lang="en-GB" sz="1200" u="none" cap="none" strike="noStrike">
                          <a:latin typeface="Arial"/>
                          <a:ea typeface="Arial"/>
                          <a:cs typeface="Arial"/>
                          <a:sym typeface="Arial"/>
                        </a:rPr>
                        <a:t>January 2021</a:t>
                      </a:r>
                      <a:endParaRPr b="0" sz="1200" u="none" cap="none" strike="noStrike">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latin typeface="Arial"/>
                          <a:ea typeface="Arial"/>
                          <a:cs typeface="Arial"/>
                          <a:sym typeface="Arial"/>
                        </a:rPr>
                        <a:t>To detect inflammation in GI tract  </a:t>
                      </a:r>
                      <a:endParaRPr sz="1200" u="none" cap="none" strike="noStrike">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solidFill>
                            <a:schemeClr val="dk1"/>
                          </a:solidFill>
                          <a:latin typeface="Arial"/>
                          <a:ea typeface="Arial"/>
                          <a:cs typeface="Arial"/>
                          <a:sym typeface="Arial"/>
                        </a:rPr>
                        <a:t>Inception V3</a:t>
                      </a:r>
                      <a:endParaRPr sz="1200" u="none" cap="none" strike="noStrike">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solidFill>
                            <a:schemeClr val="dk1"/>
                          </a:solidFill>
                          <a:latin typeface="Arial"/>
                          <a:ea typeface="Arial"/>
                          <a:cs typeface="Arial"/>
                          <a:sym typeface="Arial"/>
                        </a:rPr>
                        <a:t>B-Scan Generation US Data samples</a:t>
                      </a:r>
                      <a:endParaRPr sz="1200" u="none" cap="none" strike="noStrike">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solidFill>
                            <a:schemeClr val="dk1"/>
                          </a:solidFill>
                          <a:latin typeface="Century Gothic"/>
                          <a:ea typeface="Century Gothic"/>
                          <a:cs typeface="Century Gothic"/>
                          <a:sym typeface="Century Gothic"/>
                        </a:rPr>
                        <a:t>The Inception V3 model used several techniques for optimizing the network for better model adaptation. It is computationally less expensive. It uses auxiliary </a:t>
                      </a:r>
                      <a:endParaRPr sz="1200" u="none" cap="none" strike="noStrike">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u="none" cap="none" strike="noStrike">
                          <a:solidFill>
                            <a:schemeClr val="dk1"/>
                          </a:solidFill>
                          <a:latin typeface="Arial"/>
                          <a:ea typeface="Arial"/>
                          <a:cs typeface="Arial"/>
                          <a:sym typeface="Arial"/>
                        </a:rPr>
                        <a:t>the requirement of more data to overcome possible overfitting and more computational resource. The fundamental way to solve these 2 problem for computer vision system is to use sparsely connected architecture to replace the fully connected one</a:t>
                      </a:r>
                      <a:endParaRPr sz="1200" u="none" cap="none" strike="noStrike">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21825">
                <a:tc>
                  <a:txBody>
                    <a:bodyPr/>
                    <a:lstStyle/>
                    <a:p>
                      <a:pPr indent="0" lvl="0" marL="0" marR="0" rtl="0" algn="ctr">
                        <a:lnSpc>
                          <a:spcPct val="115000"/>
                        </a:lnSpc>
                        <a:spcBef>
                          <a:spcPts val="0"/>
                        </a:spcBef>
                        <a:spcAft>
                          <a:spcPts val="0"/>
                        </a:spcAft>
                        <a:buNone/>
                      </a:pPr>
                      <a:r>
                        <a:rPr lang="en-GB" sz="1400" u="none" cap="none" strike="noStrike">
                          <a:latin typeface="Arial"/>
                          <a:ea typeface="Arial"/>
                          <a:cs typeface="Arial"/>
                          <a:sym typeface="Arial"/>
                        </a:rPr>
                        <a:t>4.</a:t>
                      </a:r>
                      <a:endParaRPr sz="1400" u="none" cap="none" strike="noStrike">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u="none" cap="none" strike="noStrike">
                          <a:latin typeface="Arial"/>
                          <a:ea typeface="Arial"/>
                          <a:cs typeface="Arial"/>
                          <a:sym typeface="Arial"/>
                        </a:rPr>
                        <a:t>Improving Low-Resolution Image Classification by Super-Resolution with Enhancing High-Frequency Content , </a:t>
                      </a:r>
                      <a:endParaRPr/>
                    </a:p>
                    <a:p>
                      <a:pPr indent="0" lvl="0" marL="0" marR="0" rtl="0" algn="l">
                        <a:spcBef>
                          <a:spcPts val="0"/>
                        </a:spcBef>
                        <a:spcAft>
                          <a:spcPts val="0"/>
                        </a:spcAft>
                        <a:buNone/>
                      </a:pPr>
                      <a:r>
                        <a:rPr b="0" lang="en-GB" sz="1200">
                          <a:latin typeface="Arial"/>
                          <a:ea typeface="Arial"/>
                          <a:cs typeface="Arial"/>
                          <a:sym typeface="Arial"/>
                        </a:rPr>
                        <a:t>IEEE PAPER</a:t>
                      </a:r>
                      <a:endParaRPr/>
                    </a:p>
                    <a:p>
                      <a:pPr indent="0" lvl="0" marL="0" marR="0" rtl="0" algn="l">
                        <a:spcBef>
                          <a:spcPts val="0"/>
                        </a:spcBef>
                        <a:spcAft>
                          <a:spcPts val="0"/>
                        </a:spcAft>
                        <a:buNone/>
                      </a:pPr>
                      <a:r>
                        <a:t/>
                      </a:r>
                      <a:endParaRPr b="0" sz="1200">
                        <a:latin typeface="Arial"/>
                        <a:ea typeface="Arial"/>
                        <a:cs typeface="Arial"/>
                        <a:sym typeface="Arial"/>
                      </a:endParaRPr>
                    </a:p>
                    <a:p>
                      <a:pPr indent="0" lvl="0" marL="0" marR="0" rtl="0" algn="l">
                        <a:spcBef>
                          <a:spcPts val="0"/>
                        </a:spcBef>
                        <a:spcAft>
                          <a:spcPts val="0"/>
                        </a:spcAft>
                        <a:buNone/>
                      </a:pPr>
                      <a:r>
                        <a:rPr b="0" lang="en-GB" sz="1200">
                          <a:latin typeface="Arial"/>
                          <a:ea typeface="Arial"/>
                          <a:cs typeface="Arial"/>
                          <a:sym typeface="Arial"/>
                        </a:rPr>
                        <a:t>Liguo Zhou, Guang Chen, Mingyue Feng</a:t>
                      </a:r>
                      <a:endParaRPr b="0" sz="1200">
                        <a:latin typeface="Arial"/>
                        <a:ea typeface="Arial"/>
                        <a:cs typeface="Arial"/>
                        <a:sym typeface="Arial"/>
                      </a:endParaRPr>
                    </a:p>
                    <a:p>
                      <a:pPr indent="0" lvl="0" marL="0" marR="0" rtl="0" algn="l">
                        <a:spcBef>
                          <a:spcPts val="0"/>
                        </a:spcBef>
                        <a:spcAft>
                          <a:spcPts val="0"/>
                        </a:spcAft>
                        <a:buNone/>
                      </a:pPr>
                      <a:r>
                        <a:rPr b="0" lang="en-GB" sz="1200">
                          <a:latin typeface="Arial"/>
                          <a:ea typeface="Arial"/>
                          <a:cs typeface="Arial"/>
                          <a:sym typeface="Arial"/>
                        </a:rPr>
                        <a:t>2020</a:t>
                      </a:r>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lang="en-GB" sz="1200"/>
                        <a:t>I</a:t>
                      </a:r>
                      <a:r>
                        <a:rPr b="0" lang="en-GB" sz="1200"/>
                        <a:t>mproving Low-Resolution Image Classification by Super-Resolution with Enhancing High-Frequency Content</a:t>
                      </a:r>
                      <a:endParaRPr/>
                    </a:p>
                    <a:p>
                      <a:pPr indent="0" lvl="0" marL="0" marR="0" rtl="0" algn="just">
                        <a:lnSpc>
                          <a:spcPct val="115000"/>
                        </a:lnSpc>
                        <a:spcBef>
                          <a:spcPts val="0"/>
                        </a:spcBef>
                        <a:spcAft>
                          <a:spcPts val="0"/>
                        </a:spcAft>
                        <a:buNone/>
                      </a:pPr>
                      <a:r>
                        <a:rPr lang="en-GB" sz="1200">
                          <a:latin typeface="Arial"/>
                          <a:ea typeface="Arial"/>
                          <a:cs typeface="Arial"/>
                          <a:sym typeface="Arial"/>
                        </a:rPr>
                        <a:t> </a:t>
                      </a:r>
                      <a:endParaRPr sz="1200">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a:latin typeface="Arial"/>
                          <a:ea typeface="Arial"/>
                          <a:cs typeface="Arial"/>
                          <a:sym typeface="Arial"/>
                        </a:rPr>
                        <a:t>Convelutional</a:t>
                      </a:r>
                      <a:r>
                        <a:rPr lang="en-GB" sz="1200">
                          <a:latin typeface="Arial"/>
                          <a:ea typeface="Arial"/>
                          <a:cs typeface="Arial"/>
                          <a:sym typeface="Arial"/>
                        </a:rPr>
                        <a:t> neural network</a:t>
                      </a:r>
                      <a:endParaRPr sz="1200">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a:latin typeface="Arial"/>
                          <a:ea typeface="Arial"/>
                          <a:cs typeface="Arial"/>
                          <a:sym typeface="Arial"/>
                        </a:rPr>
                        <a:t>Endoscopy video review</a:t>
                      </a:r>
                      <a:endParaRPr sz="1200">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a:t>Compared with other state-of-the-art super-resolution methods, the experiment results show that our method can recover more high frequency contents in high-resolution image reconstructing</a:t>
                      </a:r>
                      <a:endParaRPr sz="1200">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200">
                          <a:latin typeface="Arial"/>
                          <a:ea typeface="Arial"/>
                          <a:cs typeface="Arial"/>
                          <a:sym typeface="Arial"/>
                        </a:rPr>
                        <a:t>Only</a:t>
                      </a:r>
                      <a:r>
                        <a:rPr lang="en-GB" sz="1200">
                          <a:latin typeface="Arial"/>
                          <a:ea typeface="Arial"/>
                          <a:cs typeface="Arial"/>
                          <a:sym typeface="Arial"/>
                        </a:rPr>
                        <a:t> improves the image quality</a:t>
                      </a:r>
                      <a:endParaRPr sz="1200">
                        <a:latin typeface="Arial"/>
                        <a:ea typeface="Arial"/>
                        <a:cs typeface="Arial"/>
                        <a:sym typeface="Arial"/>
                      </a:endParaRPr>
                    </a:p>
                  </a:txBody>
                  <a:tcPr marT="40100" marB="40100" marR="40100" marL="401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graphicFrame>
        <p:nvGraphicFramePr>
          <p:cNvPr id="141" name="Google Shape;141;p7"/>
          <p:cNvGraphicFramePr/>
          <p:nvPr/>
        </p:nvGraphicFramePr>
        <p:xfrm>
          <a:off x="498077" y="399012"/>
          <a:ext cx="3000000" cy="3000000"/>
        </p:xfrm>
        <a:graphic>
          <a:graphicData uri="http://schemas.openxmlformats.org/drawingml/2006/table">
            <a:tbl>
              <a:tblPr bandRow="1" firstRow="1">
                <a:noFill/>
                <a:tableStyleId>{8DC9F511-DEBD-497E-9A65-B04C358927D9}</a:tableStyleId>
              </a:tblPr>
              <a:tblGrid>
                <a:gridCol w="743175"/>
                <a:gridCol w="1793600"/>
                <a:gridCol w="1640075"/>
                <a:gridCol w="2076050"/>
                <a:gridCol w="1557050"/>
                <a:gridCol w="1795775"/>
                <a:gridCol w="1733500"/>
              </a:tblGrid>
              <a:tr h="2526525">
                <a:tc>
                  <a:txBody>
                    <a:bodyPr/>
                    <a:lstStyle/>
                    <a:p>
                      <a:pPr indent="0" lvl="0" marL="0" marR="0" rtl="0" algn="ctr">
                        <a:lnSpc>
                          <a:spcPct val="115000"/>
                        </a:lnSpc>
                        <a:spcBef>
                          <a:spcPts val="0"/>
                        </a:spcBef>
                        <a:spcAft>
                          <a:spcPts val="0"/>
                        </a:spcAft>
                        <a:buNone/>
                      </a:pPr>
                      <a:r>
                        <a:rPr lang="en-GB" sz="1400">
                          <a:latin typeface="Arial"/>
                          <a:ea typeface="Arial"/>
                          <a:cs typeface="Arial"/>
                          <a:sym typeface="Arial"/>
                        </a:rPr>
                        <a:t>5.</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solidFill>
                            <a:srgbClr val="202124"/>
                          </a:solidFill>
                          <a:latin typeface="Arial"/>
                          <a:ea typeface="Arial"/>
                          <a:cs typeface="Arial"/>
                          <a:sym typeface="Arial"/>
                        </a:rPr>
                        <a:t>Informative frame classification for endoscopy video</a:t>
                      </a:r>
                      <a:endParaRPr/>
                    </a:p>
                    <a:p>
                      <a:pPr indent="0" lvl="0" marL="0" marR="0" rtl="0" algn="just">
                        <a:lnSpc>
                          <a:spcPct val="115000"/>
                        </a:lnSpc>
                        <a:spcBef>
                          <a:spcPts val="0"/>
                        </a:spcBef>
                        <a:spcAft>
                          <a:spcPts val="0"/>
                        </a:spcAft>
                        <a:buNone/>
                      </a:pPr>
                      <a:r>
                        <a:t/>
                      </a:r>
                      <a:endParaRPr sz="1400">
                        <a:solidFill>
                          <a:srgbClr val="202124"/>
                        </a:solidFill>
                        <a:latin typeface="Arial"/>
                        <a:ea typeface="Arial"/>
                        <a:cs typeface="Arial"/>
                        <a:sym typeface="Arial"/>
                      </a:endParaRPr>
                    </a:p>
                    <a:p>
                      <a:pPr indent="0" lvl="0" marL="0" marR="0" rtl="0" algn="just">
                        <a:lnSpc>
                          <a:spcPct val="115000"/>
                        </a:lnSpc>
                        <a:spcBef>
                          <a:spcPts val="0"/>
                        </a:spcBef>
                        <a:spcAft>
                          <a:spcPts val="0"/>
                        </a:spcAft>
                        <a:buNone/>
                      </a:pPr>
                      <a:r>
                        <a:rPr lang="en-GB" sz="1400">
                          <a:solidFill>
                            <a:srgbClr val="202124"/>
                          </a:solidFill>
                          <a:latin typeface="Arial"/>
                          <a:ea typeface="Arial"/>
                          <a:cs typeface="Arial"/>
                          <a:sym typeface="Arial"/>
                        </a:rPr>
                        <a:t>SCIENCE DIRECT</a:t>
                      </a:r>
                      <a:endParaRPr/>
                    </a:p>
                    <a:p>
                      <a:pPr indent="0" lvl="0" marL="0" marR="0" rtl="0" algn="just">
                        <a:lnSpc>
                          <a:spcPct val="115000"/>
                        </a:lnSpc>
                        <a:spcBef>
                          <a:spcPts val="0"/>
                        </a:spcBef>
                        <a:spcAft>
                          <a:spcPts val="0"/>
                        </a:spcAft>
                        <a:buNone/>
                      </a:pPr>
                      <a:r>
                        <a:t/>
                      </a:r>
                      <a:endParaRPr sz="1400">
                        <a:solidFill>
                          <a:srgbClr val="202124"/>
                        </a:solidFill>
                        <a:latin typeface="Arial"/>
                        <a:ea typeface="Arial"/>
                        <a:cs typeface="Arial"/>
                        <a:sym typeface="Arial"/>
                      </a:endParaRPr>
                    </a:p>
                    <a:p>
                      <a:pPr indent="0" lvl="0" marL="0" marR="0" rtl="0" algn="just">
                        <a:lnSpc>
                          <a:spcPct val="115000"/>
                        </a:lnSpc>
                        <a:spcBef>
                          <a:spcPts val="0"/>
                        </a:spcBef>
                        <a:spcAft>
                          <a:spcPts val="0"/>
                        </a:spcAft>
                        <a:buNone/>
                      </a:pPr>
                      <a:r>
                        <a:rPr lang="en-GB" sz="1400">
                          <a:solidFill>
                            <a:srgbClr val="202124"/>
                          </a:solidFill>
                          <a:latin typeface="Arial"/>
                          <a:ea typeface="Arial"/>
                          <a:cs typeface="Arial"/>
                          <a:sym typeface="Arial"/>
                        </a:rPr>
                        <a:t>By Jung Hwan Oh</a:t>
                      </a:r>
                      <a:endParaRPr/>
                    </a:p>
                    <a:p>
                      <a:pPr indent="0" lvl="0" marL="0" marR="0" rtl="0" algn="just">
                        <a:lnSpc>
                          <a:spcPct val="115000"/>
                        </a:lnSpc>
                        <a:spcBef>
                          <a:spcPts val="0"/>
                        </a:spcBef>
                        <a:spcAft>
                          <a:spcPts val="0"/>
                        </a:spcAft>
                        <a:buNone/>
                      </a:pPr>
                      <a:r>
                        <a:rPr lang="en-GB" sz="1400">
                          <a:solidFill>
                            <a:srgbClr val="202124"/>
                          </a:solidFill>
                          <a:latin typeface="Arial"/>
                          <a:ea typeface="Arial"/>
                          <a:cs typeface="Arial"/>
                          <a:sym typeface="Arial"/>
                        </a:rPr>
                        <a:t>2010</a:t>
                      </a:r>
                      <a:endParaRPr sz="1400">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solidFill>
                            <a:srgbClr val="202124"/>
                          </a:solidFill>
                          <a:latin typeface="Arial"/>
                          <a:ea typeface="Arial"/>
                          <a:cs typeface="Arial"/>
                          <a:sym typeface="Arial"/>
                        </a:rPr>
                        <a:t>Aims to classify unwanted images from the endoscopic test video</a:t>
                      </a:r>
                      <a:endParaRPr sz="1400">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latin typeface="Arial"/>
                          <a:ea typeface="Arial"/>
                          <a:cs typeface="Arial"/>
                          <a:sym typeface="Arial"/>
                        </a:rPr>
                        <a:t>edge-based and clustering-based</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latin typeface="Arial"/>
                          <a:ea typeface="Arial"/>
                          <a:cs typeface="Arial"/>
                          <a:sym typeface="Arial"/>
                        </a:rPr>
                        <a:t>Endoscopic test video.</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latin typeface="Arial"/>
                          <a:ea typeface="Arial"/>
                          <a:cs typeface="Arial"/>
                          <a:sym typeface="Arial"/>
                        </a:rPr>
                        <a:t> two informative frame classification techniques are greater than 90% and 95%</a:t>
                      </a:r>
                      <a:endParaRPr sz="1400">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en-GB" sz="1400">
                          <a:latin typeface="Arial"/>
                          <a:ea typeface="Arial"/>
                          <a:cs typeface="Arial"/>
                          <a:sym typeface="Arial"/>
                        </a:rPr>
                        <a:t>This method only gives us the informative image and does not classify abnormalities. </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25375">
                <a:tc>
                  <a:txBody>
                    <a:bodyPr/>
                    <a:lstStyle/>
                    <a:p>
                      <a:pPr indent="0" lvl="0" marL="0" marR="0" rtl="0" algn="ctr">
                        <a:lnSpc>
                          <a:spcPct val="115000"/>
                        </a:lnSpc>
                        <a:spcBef>
                          <a:spcPts val="0"/>
                        </a:spcBef>
                        <a:spcAft>
                          <a:spcPts val="0"/>
                        </a:spcAft>
                        <a:buNone/>
                      </a:pPr>
                      <a:r>
                        <a:rPr lang="en-GB" sz="1400">
                          <a:latin typeface="Arial"/>
                          <a:ea typeface="Arial"/>
                          <a:cs typeface="Arial"/>
                          <a:sym typeface="Arial"/>
                        </a:rPr>
                        <a:t>6.</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solidFill>
                            <a:srgbClr val="202124"/>
                          </a:solidFill>
                          <a:latin typeface="Arial"/>
                          <a:ea typeface="Arial"/>
                          <a:cs typeface="Arial"/>
                          <a:sym typeface="Arial"/>
                        </a:rPr>
                        <a:t>Color-based template selection for detection of gastric abnormalities in video endoscopy</a:t>
                      </a:r>
                      <a:endParaRPr/>
                    </a:p>
                    <a:p>
                      <a:pPr indent="0" lvl="0" marL="0" marR="0" rtl="0" algn="just">
                        <a:lnSpc>
                          <a:spcPct val="115000"/>
                        </a:lnSpc>
                        <a:spcBef>
                          <a:spcPts val="0"/>
                        </a:spcBef>
                        <a:spcAft>
                          <a:spcPts val="0"/>
                        </a:spcAft>
                        <a:buNone/>
                      </a:pPr>
                      <a:r>
                        <a:t/>
                      </a:r>
                      <a:endParaRPr sz="1400">
                        <a:solidFill>
                          <a:srgbClr val="202124"/>
                        </a:solidFill>
                        <a:latin typeface="Arial"/>
                        <a:ea typeface="Arial"/>
                        <a:cs typeface="Arial"/>
                        <a:sym typeface="Arial"/>
                      </a:endParaRPr>
                    </a:p>
                    <a:p>
                      <a:pPr indent="0" lvl="0" marL="0" marR="0" rtl="0" algn="just">
                        <a:lnSpc>
                          <a:spcPct val="115000"/>
                        </a:lnSpc>
                        <a:spcBef>
                          <a:spcPts val="0"/>
                        </a:spcBef>
                        <a:spcAft>
                          <a:spcPts val="0"/>
                        </a:spcAft>
                        <a:buNone/>
                      </a:pPr>
                      <a:r>
                        <a:rPr lang="en-GB" sz="1400">
                          <a:solidFill>
                            <a:srgbClr val="202124"/>
                          </a:solidFill>
                          <a:latin typeface="Arial"/>
                          <a:ea typeface="Arial"/>
                          <a:cs typeface="Arial"/>
                          <a:sym typeface="Arial"/>
                        </a:rPr>
                        <a:t>SCIENCE DIRECT</a:t>
                      </a:r>
                      <a:endParaRPr sz="1400">
                        <a:solidFill>
                          <a:srgbClr val="202124"/>
                        </a:solidFill>
                        <a:latin typeface="Arial"/>
                        <a:ea typeface="Arial"/>
                        <a:cs typeface="Arial"/>
                        <a:sym typeface="Arial"/>
                      </a:endParaRPr>
                    </a:p>
                    <a:p>
                      <a:pPr indent="0" lvl="0" marL="0" marR="0" rtl="0" algn="just">
                        <a:lnSpc>
                          <a:spcPct val="115000"/>
                        </a:lnSpc>
                        <a:spcBef>
                          <a:spcPts val="0"/>
                        </a:spcBef>
                        <a:spcAft>
                          <a:spcPts val="0"/>
                        </a:spcAft>
                        <a:buNone/>
                      </a:pPr>
                      <a:r>
                        <a:t/>
                      </a:r>
                      <a:endParaRPr sz="1400">
                        <a:solidFill>
                          <a:srgbClr val="202124"/>
                        </a:solidFill>
                        <a:latin typeface="Arial"/>
                        <a:ea typeface="Arial"/>
                        <a:cs typeface="Arial"/>
                        <a:sym typeface="Arial"/>
                      </a:endParaRPr>
                    </a:p>
                    <a:p>
                      <a:pPr indent="0" lvl="0" marL="0" marR="0" rtl="0" algn="just">
                        <a:lnSpc>
                          <a:spcPct val="115000"/>
                        </a:lnSpc>
                        <a:spcBef>
                          <a:spcPts val="0"/>
                        </a:spcBef>
                        <a:spcAft>
                          <a:spcPts val="0"/>
                        </a:spcAft>
                        <a:buNone/>
                      </a:pPr>
                      <a:r>
                        <a:rPr lang="en-GB" sz="1400">
                          <a:solidFill>
                            <a:srgbClr val="202124"/>
                          </a:solidFill>
                          <a:latin typeface="Arial"/>
                          <a:ea typeface="Arial"/>
                          <a:cs typeface="Arial"/>
                          <a:sym typeface="Arial"/>
                        </a:rPr>
                        <a:t>By </a:t>
                      </a:r>
                      <a:endParaRPr/>
                    </a:p>
                    <a:p>
                      <a:pPr indent="0" lvl="0" marL="0" marR="0" rtl="0" algn="just">
                        <a:lnSpc>
                          <a:spcPct val="115000"/>
                        </a:lnSpc>
                        <a:spcBef>
                          <a:spcPts val="0"/>
                        </a:spcBef>
                        <a:spcAft>
                          <a:spcPts val="0"/>
                        </a:spcAft>
                        <a:buNone/>
                      </a:pPr>
                      <a:r>
                        <a:rPr lang="en-GB" sz="1400">
                          <a:solidFill>
                            <a:srgbClr val="202124"/>
                          </a:solidFill>
                          <a:latin typeface="Arial"/>
                          <a:ea typeface="Arial"/>
                          <a:cs typeface="Arial"/>
                          <a:sym typeface="Arial"/>
                        </a:rPr>
                        <a:t> Hussam Ali</a:t>
                      </a:r>
                      <a:endParaRPr/>
                    </a:p>
                    <a:p>
                      <a:pPr indent="0" lvl="0" marL="0" marR="0" rtl="0" algn="just">
                        <a:lnSpc>
                          <a:spcPct val="115000"/>
                        </a:lnSpc>
                        <a:spcBef>
                          <a:spcPts val="0"/>
                        </a:spcBef>
                        <a:spcAft>
                          <a:spcPts val="0"/>
                        </a:spcAft>
                        <a:buNone/>
                      </a:pPr>
                      <a:r>
                        <a:rPr lang="en-GB" sz="1400">
                          <a:solidFill>
                            <a:srgbClr val="202124"/>
                          </a:solidFill>
                          <a:latin typeface="Arial"/>
                          <a:ea typeface="Arial"/>
                          <a:cs typeface="Arial"/>
                          <a:sym typeface="Arial"/>
                        </a:rPr>
                        <a:t>Febuary</a:t>
                      </a:r>
                      <a:r>
                        <a:rPr lang="en-GB" sz="1400">
                          <a:solidFill>
                            <a:srgbClr val="202124"/>
                          </a:solidFill>
                          <a:latin typeface="Arial"/>
                          <a:ea typeface="Arial"/>
                          <a:cs typeface="Arial"/>
                          <a:sym typeface="Arial"/>
                        </a:rPr>
                        <a:t> 2020</a:t>
                      </a:r>
                      <a:endParaRPr sz="1400">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latin typeface="Arial"/>
                          <a:ea typeface="Arial"/>
                          <a:cs typeface="Arial"/>
                          <a:sym typeface="Arial"/>
                        </a:rPr>
                        <a:t>Aims to predict gastric abnormalities using colour detection.</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latin typeface="Arial"/>
                          <a:ea typeface="Arial"/>
                          <a:cs typeface="Arial"/>
                          <a:sym typeface="Arial"/>
                        </a:rPr>
                        <a:t>Color-based segmentation method has been applied for abnormal area selection.</a:t>
                      </a:r>
                      <a:endParaRPr sz="1400">
                        <a:latin typeface="Arial"/>
                        <a:ea typeface="Arial"/>
                        <a:cs typeface="Arial"/>
                        <a:sym typeface="Arial"/>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latin typeface="Arial"/>
                          <a:ea typeface="Arial"/>
                          <a:cs typeface="Arial"/>
                          <a:sym typeface="Arial"/>
                        </a:rPr>
                        <a:t>Endoscopic test videos.</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latin typeface="Arial"/>
                          <a:ea typeface="Arial"/>
                          <a:cs typeface="Arial"/>
                          <a:sym typeface="Arial"/>
                        </a:rPr>
                        <a:t>method achieves 86.6% accuracy</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GB" sz="1400">
                          <a:latin typeface="Arial"/>
                          <a:ea typeface="Arial"/>
                          <a:cs typeface="Arial"/>
                          <a:sym typeface="Arial"/>
                        </a:rPr>
                        <a:t>This detects based on colour differences. Miss classification of abnormalities is a possibility</a:t>
                      </a:r>
                      <a:endParaRPr/>
                    </a:p>
                  </a:txBody>
                  <a:tcPr marT="63500" marB="63500" marR="63500" marL="635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Existing System</a:t>
            </a:r>
            <a:endParaRPr b="0"/>
          </a:p>
        </p:txBody>
      </p:sp>
      <p:sp>
        <p:nvSpPr>
          <p:cNvPr id="147" name="Google Shape;14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87338" lvl="0" marL="287338" rtl="0" algn="just">
              <a:lnSpc>
                <a:spcPct val="90000"/>
              </a:lnSpc>
              <a:spcBef>
                <a:spcPts val="0"/>
              </a:spcBef>
              <a:spcAft>
                <a:spcPts val="0"/>
              </a:spcAft>
              <a:buSzPts val="1960"/>
              <a:buChar char="◉"/>
            </a:pPr>
            <a:r>
              <a:rPr b="1" i="0" lang="en-GB" u="none" strike="noStrike">
                <a:solidFill>
                  <a:schemeClr val="dk1"/>
                </a:solidFill>
              </a:rPr>
              <a:t>Input data: </a:t>
            </a:r>
            <a:r>
              <a:rPr b="0" i="0" lang="en-GB" u="none" strike="noStrike">
                <a:solidFill>
                  <a:schemeClr val="dk1"/>
                </a:solidFill>
              </a:rPr>
              <a:t>The dataset endoscopic test are given to machine.</a:t>
            </a:r>
            <a:endParaRPr/>
          </a:p>
          <a:p>
            <a:pPr indent="-287338" lvl="0" marL="287338" rtl="0" algn="just">
              <a:lnSpc>
                <a:spcPct val="90000"/>
              </a:lnSpc>
              <a:spcBef>
                <a:spcPts val="840"/>
              </a:spcBef>
              <a:spcAft>
                <a:spcPts val="0"/>
              </a:spcAft>
              <a:buSzPts val="1960"/>
              <a:buChar char="◉"/>
            </a:pPr>
            <a:r>
              <a:rPr b="1" lang="en-GB">
                <a:solidFill>
                  <a:schemeClr val="dk1"/>
                </a:solidFill>
              </a:rPr>
              <a:t>Dataset: </a:t>
            </a:r>
            <a:endParaRPr/>
          </a:p>
          <a:p>
            <a:pPr indent="-342900" lvl="1" marL="742950" rtl="0" algn="just">
              <a:lnSpc>
                <a:spcPct val="90000"/>
              </a:lnSpc>
              <a:spcBef>
                <a:spcPts val="840"/>
              </a:spcBef>
              <a:spcAft>
                <a:spcPts val="0"/>
              </a:spcAft>
              <a:buSzPts val="1960"/>
              <a:buChar char="◉"/>
            </a:pPr>
            <a:r>
              <a:rPr lang="en-GB" sz="2800">
                <a:solidFill>
                  <a:schemeClr val="dk1"/>
                </a:solidFill>
              </a:rPr>
              <a:t>K-vasir dataset contains 3000 images </a:t>
            </a:r>
            <a:endParaRPr/>
          </a:p>
          <a:p>
            <a:pPr indent="-342900" lvl="1" marL="742950" rtl="0" algn="just">
              <a:lnSpc>
                <a:spcPct val="90000"/>
              </a:lnSpc>
              <a:spcBef>
                <a:spcPts val="840"/>
              </a:spcBef>
              <a:spcAft>
                <a:spcPts val="0"/>
              </a:spcAft>
              <a:buSzPts val="1960"/>
              <a:buChar char="◉"/>
            </a:pPr>
            <a:r>
              <a:rPr lang="en-GB" sz="2800">
                <a:solidFill>
                  <a:schemeClr val="dk1"/>
                </a:solidFill>
              </a:rPr>
              <a:t>80% of the dataset is divided for training and 20% for validation</a:t>
            </a:r>
            <a:endParaRPr b="1" sz="2800">
              <a:solidFill>
                <a:schemeClr val="dk1"/>
              </a:solidFill>
            </a:endParaRPr>
          </a:p>
          <a:p>
            <a:pPr indent="-287338" lvl="0" marL="287338" rtl="0" algn="just">
              <a:lnSpc>
                <a:spcPct val="90000"/>
              </a:lnSpc>
              <a:spcBef>
                <a:spcPts val="840"/>
              </a:spcBef>
              <a:spcAft>
                <a:spcPts val="0"/>
              </a:spcAft>
              <a:buSzPts val="1960"/>
              <a:buChar char="◉"/>
            </a:pPr>
            <a:r>
              <a:rPr b="1" lang="en-GB"/>
              <a:t>Task at hand</a:t>
            </a:r>
            <a:r>
              <a:rPr b="1" i="0" lang="en-GB" u="none" strike="noStrike">
                <a:solidFill>
                  <a:schemeClr val="dk1"/>
                </a:solidFill>
              </a:rPr>
              <a:t>: </a:t>
            </a:r>
            <a:r>
              <a:rPr i="0" lang="en-GB" u="none" strike="noStrike">
                <a:solidFill>
                  <a:schemeClr val="dk1"/>
                </a:solidFill>
              </a:rPr>
              <a:t>Low</a:t>
            </a:r>
            <a:r>
              <a:rPr b="1" lang="en-GB">
                <a:solidFill>
                  <a:schemeClr val="dk1"/>
                </a:solidFill>
              </a:rPr>
              <a:t> </a:t>
            </a:r>
            <a:r>
              <a:rPr i="0" lang="en-GB" u="none" strike="noStrike">
                <a:solidFill>
                  <a:schemeClr val="dk1"/>
                </a:solidFill>
              </a:rPr>
              <a:t>resolution image is mapped to high resolution images</a:t>
            </a:r>
            <a:endParaRPr/>
          </a:p>
          <a:p>
            <a:pPr indent="-287338" lvl="0" marL="287338" rtl="0" algn="just">
              <a:lnSpc>
                <a:spcPct val="90000"/>
              </a:lnSpc>
              <a:spcBef>
                <a:spcPts val="840"/>
              </a:spcBef>
              <a:spcAft>
                <a:spcPts val="0"/>
              </a:spcAft>
              <a:buSzPts val="1960"/>
              <a:buChar char="◉"/>
            </a:pPr>
            <a:r>
              <a:rPr i="0" lang="en-GB" u="none" strike="noStrike">
                <a:solidFill>
                  <a:schemeClr val="dk1"/>
                </a:solidFill>
              </a:rPr>
              <a:t> </a:t>
            </a:r>
            <a:r>
              <a:rPr b="1" lang="en-GB">
                <a:solidFill>
                  <a:schemeClr val="dk1"/>
                </a:solidFill>
              </a:rPr>
              <a:t>Algorithm used</a:t>
            </a:r>
            <a:r>
              <a:rPr lang="en-GB">
                <a:solidFill>
                  <a:schemeClr val="dk1"/>
                </a:solidFill>
              </a:rPr>
              <a:t>: Super resolution algorithms</a:t>
            </a:r>
            <a:endParaRPr/>
          </a:p>
          <a:p>
            <a:pPr indent="-162878" lvl="0" marL="287338" rtl="0" algn="l">
              <a:lnSpc>
                <a:spcPct val="90000"/>
              </a:lnSpc>
              <a:spcBef>
                <a:spcPts val="840"/>
              </a:spcBef>
              <a:spcAft>
                <a:spcPts val="0"/>
              </a:spcAft>
              <a:buSzPts val="196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Architecture of Existing System</a:t>
            </a:r>
            <a:endParaRPr/>
          </a:p>
        </p:txBody>
      </p:sp>
      <p:sp>
        <p:nvSpPr>
          <p:cNvPr id="153" name="Google Shape;153;p9"/>
          <p:cNvSpPr/>
          <p:nvPr/>
        </p:nvSpPr>
        <p:spPr>
          <a:xfrm>
            <a:off x="608499" y="3011298"/>
            <a:ext cx="1638935" cy="491512"/>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LOAD THE DATASET</a:t>
            </a:r>
            <a:endParaRPr/>
          </a:p>
          <a:p>
            <a:pPr indent="0" lvl="0" marL="0" marR="0" rtl="0" algn="ctr">
              <a:lnSpc>
                <a:spcPct val="107000"/>
              </a:lnSpc>
              <a:spcBef>
                <a:spcPts val="80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4" name="Google Shape;154;p9"/>
          <p:cNvSpPr/>
          <p:nvPr/>
        </p:nvSpPr>
        <p:spPr>
          <a:xfrm>
            <a:off x="4822598" y="2696349"/>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DATA AGUMENTATION</a:t>
            </a:r>
            <a:endParaRPr b="0" i="0" sz="1400" u="none" cap="none" strike="noStrike">
              <a:solidFill>
                <a:schemeClr val="dk1"/>
              </a:solidFill>
              <a:latin typeface="Calibri"/>
              <a:ea typeface="Calibri"/>
              <a:cs typeface="Calibri"/>
              <a:sym typeface="Calibri"/>
            </a:endParaRPr>
          </a:p>
        </p:txBody>
      </p:sp>
      <p:sp>
        <p:nvSpPr>
          <p:cNvPr id="155" name="Google Shape;155;p9"/>
          <p:cNvSpPr/>
          <p:nvPr/>
        </p:nvSpPr>
        <p:spPr>
          <a:xfrm>
            <a:off x="9138991" y="3798529"/>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APPLY CNN</a:t>
            </a:r>
            <a:endParaRPr b="0" i="0" sz="1400" u="none" cap="none" strike="noStrike">
              <a:solidFill>
                <a:schemeClr val="dk1"/>
              </a:solidFill>
              <a:latin typeface="Calibri"/>
              <a:ea typeface="Calibri"/>
              <a:cs typeface="Calibri"/>
              <a:sym typeface="Calibri"/>
            </a:endParaRPr>
          </a:p>
        </p:txBody>
      </p:sp>
      <p:sp>
        <p:nvSpPr>
          <p:cNvPr id="156" name="Google Shape;156;p9"/>
          <p:cNvSpPr/>
          <p:nvPr/>
        </p:nvSpPr>
        <p:spPr>
          <a:xfrm>
            <a:off x="6540720" y="4888129"/>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EVALUATING METRICS</a:t>
            </a:r>
            <a:endParaRPr b="0" i="0" sz="1400" u="none" cap="none" strike="noStrike">
              <a:solidFill>
                <a:schemeClr val="dk1"/>
              </a:solidFill>
              <a:latin typeface="Calibri"/>
              <a:ea typeface="Calibri"/>
              <a:cs typeface="Calibri"/>
              <a:sym typeface="Calibri"/>
            </a:endParaRPr>
          </a:p>
        </p:txBody>
      </p:sp>
      <p:sp>
        <p:nvSpPr>
          <p:cNvPr id="157" name="Google Shape;157;p9"/>
          <p:cNvSpPr/>
          <p:nvPr/>
        </p:nvSpPr>
        <p:spPr>
          <a:xfrm>
            <a:off x="2627753" y="2704183"/>
            <a:ext cx="1682115" cy="1241033"/>
          </a:xfrm>
          <a:prstGeom prst="roundRect">
            <a:avLst>
              <a:gd fmla="val 16667" name="adj"/>
            </a:avLst>
          </a:prstGeom>
          <a:solidFill>
            <a:schemeClr val="lt1"/>
          </a:solidFill>
          <a:ln cap="flat" cmpd="sng" w="12700">
            <a:solidFill>
              <a:srgbClr val="8683C7"/>
            </a:solidFill>
            <a:prstDash val="dash"/>
            <a:round/>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PREPROCESSING</a:t>
            </a:r>
            <a:endParaRPr b="0" i="0" sz="1400" u="none" cap="none" strike="noStrike">
              <a:solidFill>
                <a:schemeClr val="dk1"/>
              </a:solidFill>
              <a:latin typeface="Calibri"/>
              <a:ea typeface="Calibri"/>
              <a:cs typeface="Calibri"/>
              <a:sym typeface="Calibri"/>
            </a:endParaRPr>
          </a:p>
          <a:p>
            <a:pPr indent="0" lvl="0" marL="0" marR="0" rtl="0" algn="ctr">
              <a:lnSpc>
                <a:spcPct val="107000"/>
              </a:lnSpc>
              <a:spcBef>
                <a:spcPts val="80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8" name="Google Shape;158;p9"/>
          <p:cNvSpPr/>
          <p:nvPr/>
        </p:nvSpPr>
        <p:spPr>
          <a:xfrm>
            <a:off x="6974263" y="2696348"/>
            <a:ext cx="1638935" cy="1241033"/>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EXTRACT THE FEATURES</a:t>
            </a:r>
            <a:endParaRPr b="0" i="0" sz="1400" u="none" cap="none" strike="noStrike">
              <a:solidFill>
                <a:schemeClr val="dk1"/>
              </a:solidFill>
              <a:latin typeface="Calibri"/>
              <a:ea typeface="Calibri"/>
              <a:cs typeface="Calibri"/>
              <a:sym typeface="Calibri"/>
            </a:endParaRPr>
          </a:p>
        </p:txBody>
      </p:sp>
      <p:sp>
        <p:nvSpPr>
          <p:cNvPr id="159" name="Google Shape;159;p9"/>
          <p:cNvSpPr/>
          <p:nvPr/>
        </p:nvSpPr>
        <p:spPr>
          <a:xfrm>
            <a:off x="9125928" y="2648722"/>
            <a:ext cx="1638935" cy="65595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200" u="none" cap="none" strike="noStrike">
                <a:solidFill>
                  <a:schemeClr val="dk1"/>
                </a:solidFill>
                <a:latin typeface="Calibri"/>
                <a:ea typeface="Calibri"/>
                <a:cs typeface="Calibri"/>
                <a:sym typeface="Calibri"/>
              </a:rPr>
              <a:t>SPLIT THE TRAIN_TESTING PROCESS</a:t>
            </a:r>
            <a:endParaRPr b="0" i="0" sz="1200" u="none" cap="none" strike="noStrike">
              <a:solidFill>
                <a:schemeClr val="dk1"/>
              </a:solidFill>
              <a:latin typeface="Calibri"/>
              <a:ea typeface="Calibri"/>
              <a:cs typeface="Calibri"/>
              <a:sym typeface="Calibri"/>
            </a:endParaRPr>
          </a:p>
        </p:txBody>
      </p:sp>
      <p:sp>
        <p:nvSpPr>
          <p:cNvPr id="160" name="Google Shape;160;p9"/>
          <p:cNvSpPr/>
          <p:nvPr/>
        </p:nvSpPr>
        <p:spPr>
          <a:xfrm>
            <a:off x="9168823" y="4817433"/>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VALIDATE THE FEATURES</a:t>
            </a:r>
            <a:endParaRPr b="0" i="0" sz="1400" u="none" cap="none" strike="noStrike">
              <a:solidFill>
                <a:schemeClr val="dk1"/>
              </a:solidFill>
              <a:latin typeface="Calibri"/>
              <a:ea typeface="Calibri"/>
              <a:cs typeface="Calibri"/>
              <a:sym typeface="Calibri"/>
            </a:endParaRPr>
          </a:p>
        </p:txBody>
      </p:sp>
      <p:sp>
        <p:nvSpPr>
          <p:cNvPr id="161" name="Google Shape;161;p9"/>
          <p:cNvSpPr/>
          <p:nvPr/>
        </p:nvSpPr>
        <p:spPr>
          <a:xfrm>
            <a:off x="9168823" y="5752159"/>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CLASSIFY THE RESULTS</a:t>
            </a:r>
            <a:endParaRPr b="0" i="0" sz="1400" u="none" cap="none" strike="noStrike">
              <a:solidFill>
                <a:schemeClr val="dk1"/>
              </a:solidFill>
              <a:latin typeface="Calibri"/>
              <a:ea typeface="Calibri"/>
              <a:cs typeface="Calibri"/>
              <a:sym typeface="Calibri"/>
            </a:endParaRPr>
          </a:p>
        </p:txBody>
      </p:sp>
      <p:cxnSp>
        <p:nvCxnSpPr>
          <p:cNvPr id="162" name="Google Shape;162;p9"/>
          <p:cNvCxnSpPr>
            <a:stCxn id="153" idx="3"/>
          </p:cNvCxnSpPr>
          <p:nvPr/>
        </p:nvCxnSpPr>
        <p:spPr>
          <a:xfrm>
            <a:off x="2247434" y="3257054"/>
            <a:ext cx="399600" cy="0"/>
          </a:xfrm>
          <a:prstGeom prst="straightConnector1">
            <a:avLst/>
          </a:prstGeom>
          <a:noFill/>
          <a:ln cap="flat" cmpd="sng" w="9525">
            <a:solidFill>
              <a:srgbClr val="000000"/>
            </a:solidFill>
            <a:prstDash val="solid"/>
            <a:round/>
            <a:headEnd len="med" w="med" type="none"/>
            <a:tailEnd len="med" w="med" type="triangle"/>
          </a:ln>
        </p:spPr>
      </p:cxnSp>
      <p:cxnSp>
        <p:nvCxnSpPr>
          <p:cNvPr id="163" name="Google Shape;163;p9"/>
          <p:cNvCxnSpPr>
            <a:stCxn id="154" idx="3"/>
          </p:cNvCxnSpPr>
          <p:nvPr/>
        </p:nvCxnSpPr>
        <p:spPr>
          <a:xfrm>
            <a:off x="6461533" y="2976702"/>
            <a:ext cx="442800" cy="0"/>
          </a:xfrm>
          <a:prstGeom prst="straightConnector1">
            <a:avLst/>
          </a:prstGeom>
          <a:noFill/>
          <a:ln cap="flat" cmpd="sng" w="9525">
            <a:solidFill>
              <a:srgbClr val="000000"/>
            </a:solidFill>
            <a:prstDash val="solid"/>
            <a:round/>
            <a:headEnd len="med" w="med" type="none"/>
            <a:tailEnd len="med" w="med" type="triangle"/>
          </a:ln>
        </p:spPr>
      </p:cxnSp>
      <p:cxnSp>
        <p:nvCxnSpPr>
          <p:cNvPr id="164" name="Google Shape;164;p9"/>
          <p:cNvCxnSpPr/>
          <p:nvPr/>
        </p:nvCxnSpPr>
        <p:spPr>
          <a:xfrm flipH="1" rot="10800000">
            <a:off x="8613198" y="2965903"/>
            <a:ext cx="512730" cy="1"/>
          </a:xfrm>
          <a:prstGeom prst="straightConnector1">
            <a:avLst/>
          </a:prstGeom>
          <a:noFill/>
          <a:ln cap="flat" cmpd="sng" w="9525">
            <a:solidFill>
              <a:srgbClr val="000000"/>
            </a:solidFill>
            <a:prstDash val="solid"/>
            <a:round/>
            <a:headEnd len="med" w="med" type="none"/>
            <a:tailEnd len="med" w="med" type="triangle"/>
          </a:ln>
        </p:spPr>
      </p:cxnSp>
      <p:cxnSp>
        <p:nvCxnSpPr>
          <p:cNvPr id="165" name="Google Shape;165;p9"/>
          <p:cNvCxnSpPr>
            <a:endCxn id="156" idx="3"/>
          </p:cNvCxnSpPr>
          <p:nvPr/>
        </p:nvCxnSpPr>
        <p:spPr>
          <a:xfrm rot="10800000">
            <a:off x="8179655" y="5168482"/>
            <a:ext cx="819600" cy="0"/>
          </a:xfrm>
          <a:prstGeom prst="straightConnector1">
            <a:avLst/>
          </a:prstGeom>
          <a:noFill/>
          <a:ln cap="flat" cmpd="sng" w="9525">
            <a:solidFill>
              <a:srgbClr val="000000"/>
            </a:solidFill>
            <a:prstDash val="solid"/>
            <a:round/>
            <a:headEnd len="med" w="med" type="none"/>
            <a:tailEnd len="med" w="med" type="triangle"/>
          </a:ln>
        </p:spPr>
      </p:cxnSp>
      <p:cxnSp>
        <p:nvCxnSpPr>
          <p:cNvPr id="166" name="Google Shape;166;p9"/>
          <p:cNvCxnSpPr>
            <a:stCxn id="159" idx="2"/>
            <a:endCxn id="155" idx="0"/>
          </p:cNvCxnSpPr>
          <p:nvPr/>
        </p:nvCxnSpPr>
        <p:spPr>
          <a:xfrm>
            <a:off x="9945396" y="3304677"/>
            <a:ext cx="13200" cy="493800"/>
          </a:xfrm>
          <a:prstGeom prst="straightConnector1">
            <a:avLst/>
          </a:prstGeom>
          <a:noFill/>
          <a:ln cap="flat" cmpd="sng" w="9525">
            <a:solidFill>
              <a:srgbClr val="000000"/>
            </a:solidFill>
            <a:prstDash val="solid"/>
            <a:round/>
            <a:headEnd len="med" w="med" type="none"/>
            <a:tailEnd len="med" w="med" type="triangle"/>
          </a:ln>
        </p:spPr>
      </p:cxnSp>
      <p:cxnSp>
        <p:nvCxnSpPr>
          <p:cNvPr id="167" name="Google Shape;167;p9"/>
          <p:cNvCxnSpPr>
            <a:stCxn id="160" idx="2"/>
            <a:endCxn id="161" idx="0"/>
          </p:cNvCxnSpPr>
          <p:nvPr/>
        </p:nvCxnSpPr>
        <p:spPr>
          <a:xfrm>
            <a:off x="9988291" y="5378138"/>
            <a:ext cx="0" cy="374100"/>
          </a:xfrm>
          <a:prstGeom prst="straightConnector1">
            <a:avLst/>
          </a:prstGeom>
          <a:noFill/>
          <a:ln cap="flat" cmpd="sng" w="9525">
            <a:solidFill>
              <a:srgbClr val="000000"/>
            </a:solidFill>
            <a:prstDash val="solid"/>
            <a:round/>
            <a:headEnd len="med" w="med" type="none"/>
            <a:tailEnd len="med" w="med" type="triangle"/>
          </a:ln>
        </p:spPr>
      </p:cxnSp>
      <p:cxnSp>
        <p:nvCxnSpPr>
          <p:cNvPr id="168" name="Google Shape;168;p9"/>
          <p:cNvCxnSpPr>
            <a:endCxn id="154" idx="1"/>
          </p:cNvCxnSpPr>
          <p:nvPr/>
        </p:nvCxnSpPr>
        <p:spPr>
          <a:xfrm>
            <a:off x="4305098" y="2976702"/>
            <a:ext cx="517500" cy="0"/>
          </a:xfrm>
          <a:prstGeom prst="straightConnector1">
            <a:avLst/>
          </a:prstGeom>
          <a:noFill/>
          <a:ln cap="flat" cmpd="sng" w="9525">
            <a:solidFill>
              <a:srgbClr val="000000"/>
            </a:solidFill>
            <a:prstDash val="solid"/>
            <a:round/>
            <a:headEnd len="med" w="med" type="none"/>
            <a:tailEnd len="med" w="med" type="triangle"/>
          </a:ln>
        </p:spPr>
      </p:cxnSp>
      <p:sp>
        <p:nvSpPr>
          <p:cNvPr id="169" name="Google Shape;169;p9"/>
          <p:cNvSpPr/>
          <p:nvPr/>
        </p:nvSpPr>
        <p:spPr>
          <a:xfrm>
            <a:off x="4452459" y="4915676"/>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600" u="none" cap="none" strike="noStrike">
                <a:solidFill>
                  <a:schemeClr val="dk1"/>
                </a:solidFill>
                <a:latin typeface="Calibri"/>
                <a:ea typeface="Calibri"/>
                <a:cs typeface="Calibri"/>
                <a:sym typeface="Calibri"/>
              </a:rPr>
              <a:t>Output</a:t>
            </a:r>
            <a:endParaRPr/>
          </a:p>
        </p:txBody>
      </p:sp>
      <p:cxnSp>
        <p:nvCxnSpPr>
          <p:cNvPr id="170" name="Google Shape;170;p9"/>
          <p:cNvCxnSpPr/>
          <p:nvPr/>
        </p:nvCxnSpPr>
        <p:spPr>
          <a:xfrm flipH="1">
            <a:off x="6092890" y="5168481"/>
            <a:ext cx="456300" cy="1"/>
          </a:xfrm>
          <a:prstGeom prst="straightConnector1">
            <a:avLst/>
          </a:prstGeom>
          <a:noFill/>
          <a:ln cap="flat" cmpd="sng" w="9525">
            <a:solidFill>
              <a:srgbClr val="000000"/>
            </a:solidFill>
            <a:prstDash val="solid"/>
            <a:round/>
            <a:headEnd len="med" w="med" type="none"/>
            <a:tailEnd len="med" w="med" type="triangle"/>
          </a:ln>
        </p:spPr>
      </p:cxnSp>
      <p:cxnSp>
        <p:nvCxnSpPr>
          <p:cNvPr id="171" name="Google Shape;171;p9"/>
          <p:cNvCxnSpPr>
            <a:stCxn id="155" idx="2"/>
            <a:endCxn id="160" idx="0"/>
          </p:cNvCxnSpPr>
          <p:nvPr/>
        </p:nvCxnSpPr>
        <p:spPr>
          <a:xfrm>
            <a:off x="9958459" y="4359234"/>
            <a:ext cx="29700" cy="458100"/>
          </a:xfrm>
          <a:prstGeom prst="straightConnector1">
            <a:avLst/>
          </a:prstGeom>
          <a:noFill/>
          <a:ln cap="flat" cmpd="sng" w="9525">
            <a:solidFill>
              <a:srgbClr val="000000"/>
            </a:solidFill>
            <a:prstDash val="solid"/>
            <a:round/>
            <a:headEnd len="med" w="med" type="none"/>
            <a:tailEnd len="med" w="med" type="triangle"/>
          </a:ln>
        </p:spPr>
      </p:cxnSp>
      <p:sp>
        <p:nvSpPr>
          <p:cNvPr id="172" name="Google Shape;172;p9"/>
          <p:cNvSpPr txBox="1"/>
          <p:nvPr/>
        </p:nvSpPr>
        <p:spPr>
          <a:xfrm>
            <a:off x="9467633" y="1916388"/>
            <a:ext cx="981649" cy="451981"/>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514DAA"/>
              </a:buClr>
              <a:buSzPts val="1680"/>
              <a:buFont typeface="Noto Sans Symbols"/>
              <a:buNone/>
            </a:pPr>
            <a:r>
              <a:rPr b="0" i="0" lang="en-GB" sz="2400" u="none" cap="none" strike="noStrike">
                <a:solidFill>
                  <a:schemeClr val="dk1"/>
                </a:solidFill>
                <a:latin typeface="Century Gothic"/>
                <a:ea typeface="Century Gothic"/>
                <a:cs typeface="Century Gothic"/>
                <a:sym typeface="Century Gothic"/>
              </a:rPr>
              <a:t>CNN</a:t>
            </a:r>
            <a:endParaRPr/>
          </a:p>
        </p:txBody>
      </p:sp>
      <p:sp>
        <p:nvSpPr>
          <p:cNvPr id="173" name="Google Shape;173;p9"/>
          <p:cNvSpPr/>
          <p:nvPr/>
        </p:nvSpPr>
        <p:spPr>
          <a:xfrm>
            <a:off x="2649343" y="3238999"/>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Reducing noise, </a:t>
            </a:r>
            <a:br>
              <a:rPr b="0" i="0" lang="en-GB" sz="1400" u="none" cap="none" strike="noStrike">
                <a:solidFill>
                  <a:schemeClr val="dk1"/>
                </a:solidFill>
                <a:latin typeface="Calibri"/>
                <a:ea typeface="Calibri"/>
                <a:cs typeface="Calibri"/>
                <a:sym typeface="Calibri"/>
              </a:rPr>
            </a:br>
            <a:r>
              <a:rPr b="0" i="0" lang="en-GB" sz="1400" u="none" cap="none" strike="noStrike">
                <a:solidFill>
                  <a:schemeClr val="dk1"/>
                </a:solidFill>
                <a:latin typeface="Calibri"/>
                <a:ea typeface="Calibri"/>
                <a:cs typeface="Calibri"/>
                <a:sym typeface="Calibri"/>
              </a:rPr>
              <a:t>resizing images</a:t>
            </a:r>
            <a:endParaRPr b="0" i="0" sz="1400" u="none" cap="none" strike="noStrike">
              <a:solidFill>
                <a:schemeClr val="dk1"/>
              </a:solidFill>
              <a:latin typeface="Calibri"/>
              <a:ea typeface="Calibri"/>
              <a:cs typeface="Calibri"/>
              <a:sym typeface="Calibri"/>
            </a:endParaRPr>
          </a:p>
        </p:txBody>
      </p:sp>
      <p:sp>
        <p:nvSpPr>
          <p:cNvPr id="174" name="Google Shape;174;p9"/>
          <p:cNvSpPr/>
          <p:nvPr/>
        </p:nvSpPr>
        <p:spPr>
          <a:xfrm>
            <a:off x="6971675" y="3190907"/>
            <a:ext cx="1638935" cy="671206"/>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200" u="none" cap="none" strike="noStrike">
                <a:solidFill>
                  <a:schemeClr val="dk1"/>
                </a:solidFill>
                <a:latin typeface="Calibri"/>
                <a:ea typeface="Calibri"/>
                <a:cs typeface="Calibri"/>
                <a:sym typeface="Calibri"/>
              </a:rPr>
              <a:t>EDGE DETCTION, COLOUR IDENTIFICATION  </a:t>
            </a:r>
            <a:endParaRPr/>
          </a:p>
        </p:txBody>
      </p:sp>
      <p:sp>
        <p:nvSpPr>
          <p:cNvPr id="175" name="Google Shape;175;p9"/>
          <p:cNvSpPr/>
          <p:nvPr/>
        </p:nvSpPr>
        <p:spPr>
          <a:xfrm>
            <a:off x="9015107" y="2416087"/>
            <a:ext cx="1946365" cy="4184095"/>
          </a:xfrm>
          <a:prstGeom prst="rect">
            <a:avLst/>
          </a:prstGeom>
          <a:no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Super-Resolution Working </a:t>
            </a:r>
            <a:endParaRPr/>
          </a:p>
        </p:txBody>
      </p:sp>
      <p:pic>
        <p:nvPicPr>
          <p:cNvPr descr="Review: VDSR (Super Resolution). This time, VDSR (Very Deep Super… | by  Sik-Ho Tsang | Towards Data Science" id="181" name="Google Shape;181;p10"/>
          <p:cNvPicPr preferRelativeResize="0"/>
          <p:nvPr/>
        </p:nvPicPr>
        <p:blipFill rotWithShape="1">
          <a:blip r:embed="rId3">
            <a:alphaModFix/>
          </a:blip>
          <a:srcRect b="0" l="0" r="0" t="0"/>
          <a:stretch/>
        </p:blipFill>
        <p:spPr>
          <a:xfrm>
            <a:off x="1669000" y="2130815"/>
            <a:ext cx="9191625" cy="41719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Super Resolution Algorithm</a:t>
            </a:r>
            <a:endParaRPr/>
          </a:p>
        </p:txBody>
      </p:sp>
      <p:sp>
        <p:nvSpPr>
          <p:cNvPr id="187" name="Google Shape;18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87338" lvl="0" marL="287338" rtl="0" algn="just">
              <a:lnSpc>
                <a:spcPct val="90000"/>
              </a:lnSpc>
              <a:spcBef>
                <a:spcPts val="0"/>
              </a:spcBef>
              <a:spcAft>
                <a:spcPts val="0"/>
              </a:spcAft>
              <a:buSzPct val="70000"/>
              <a:buChar char="◉"/>
            </a:pPr>
            <a:r>
              <a:rPr lang="en-GB"/>
              <a:t>The low-resolution images are divided into three separate images with three RGB channels. </a:t>
            </a:r>
            <a:endParaRPr/>
          </a:p>
          <a:p>
            <a:pPr indent="-287338" lvl="0" marL="287338" rtl="0" algn="just">
              <a:lnSpc>
                <a:spcPct val="90000"/>
              </a:lnSpc>
              <a:spcBef>
                <a:spcPts val="777"/>
              </a:spcBef>
              <a:spcAft>
                <a:spcPts val="0"/>
              </a:spcAft>
              <a:buSzPct val="70000"/>
              <a:buChar char="◉"/>
            </a:pPr>
            <a:r>
              <a:rPr lang="en-GB"/>
              <a:t>Then the three images are trained by a convolutional neural network to obtain three output images. </a:t>
            </a:r>
            <a:endParaRPr/>
          </a:p>
          <a:p>
            <a:pPr indent="-287338" lvl="0" marL="287338" rtl="0" algn="just">
              <a:lnSpc>
                <a:spcPct val="90000"/>
              </a:lnSpc>
              <a:spcBef>
                <a:spcPts val="777"/>
              </a:spcBef>
              <a:spcAft>
                <a:spcPts val="0"/>
              </a:spcAft>
              <a:buSzPct val="70000"/>
              <a:buChar char="◉"/>
            </a:pPr>
            <a:r>
              <a:rPr lang="en-GB"/>
              <a:t>Finally, the obtained three images are fused to obtain the final high-resolution image reconstruction. </a:t>
            </a:r>
            <a:endParaRPr/>
          </a:p>
          <a:p>
            <a:pPr indent="-287338" lvl="0" marL="287338" rtl="0" algn="just">
              <a:lnSpc>
                <a:spcPct val="90000"/>
              </a:lnSpc>
              <a:spcBef>
                <a:spcPts val="777"/>
              </a:spcBef>
              <a:spcAft>
                <a:spcPts val="0"/>
              </a:spcAft>
              <a:buSzPct val="70000"/>
              <a:buChar char="◉"/>
            </a:pPr>
            <a:r>
              <a:rPr lang="en-GB"/>
              <a:t>More colour features and high frequency information can be obtained by using RGB multi-channel as the input image, which is more effective in SR reconstruction. </a:t>
            </a:r>
            <a:endParaRPr/>
          </a:p>
          <a:p>
            <a:pPr indent="-287338" lvl="0" marL="287338" rtl="0" algn="just">
              <a:lnSpc>
                <a:spcPct val="90000"/>
              </a:lnSpc>
              <a:spcBef>
                <a:spcPts val="777"/>
              </a:spcBef>
              <a:spcAft>
                <a:spcPts val="0"/>
              </a:spcAft>
              <a:buSzPct val="70000"/>
              <a:buChar char="◉"/>
            </a:pPr>
            <a:r>
              <a:rPr lang="en-GB"/>
              <a:t>The evaluation indexes such as the peak signal-to-noise ratio (PSNR) and structural similarity (SSIM) are measured. </a:t>
            </a:r>
            <a:endParaRPr/>
          </a:p>
          <a:p>
            <a:pPr indent="-172212" lvl="0" marL="287338" rtl="0" algn="l">
              <a:lnSpc>
                <a:spcPct val="90000"/>
              </a:lnSpc>
              <a:spcBef>
                <a:spcPts val="777"/>
              </a:spcBef>
              <a:spcAft>
                <a:spcPts val="0"/>
              </a:spcAft>
              <a:buSzPct val="7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12"/>
          <p:cNvPicPr preferRelativeResize="0"/>
          <p:nvPr/>
        </p:nvPicPr>
        <p:blipFill rotWithShape="1">
          <a:blip r:embed="rId3">
            <a:alphaModFix/>
          </a:blip>
          <a:srcRect b="0" l="0" r="0" t="0"/>
          <a:stretch/>
        </p:blipFill>
        <p:spPr>
          <a:xfrm>
            <a:off x="1" y="1674233"/>
            <a:ext cx="12192000" cy="302895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Metrics</a:t>
            </a:r>
            <a:endParaRPr/>
          </a:p>
        </p:txBody>
      </p:sp>
      <p:sp>
        <p:nvSpPr>
          <p:cNvPr id="198" name="Google Shape;198;p13"/>
          <p:cNvSpPr txBox="1"/>
          <p:nvPr>
            <p:ph idx="1" type="body"/>
          </p:nvPr>
        </p:nvSpPr>
        <p:spPr>
          <a:xfrm>
            <a:off x="838200" y="1825624"/>
            <a:ext cx="10515600" cy="4068989"/>
          </a:xfrm>
          <a:prstGeom prst="rect">
            <a:avLst/>
          </a:prstGeom>
          <a:noFill/>
          <a:ln>
            <a:noFill/>
          </a:ln>
        </p:spPr>
        <p:txBody>
          <a:bodyPr anchorCtr="0" anchor="t" bIns="45700" lIns="91425" spcFirstLastPara="1" rIns="91425" wrap="square" tIns="45700">
            <a:noAutofit/>
          </a:bodyPr>
          <a:lstStyle/>
          <a:p>
            <a:pPr indent="-287338" lvl="0" marL="287338" rtl="0" algn="just">
              <a:lnSpc>
                <a:spcPct val="100000"/>
              </a:lnSpc>
              <a:spcBef>
                <a:spcPts val="0"/>
              </a:spcBef>
              <a:spcAft>
                <a:spcPts val="0"/>
              </a:spcAft>
              <a:buSzPts val="1120"/>
              <a:buChar char="◉"/>
            </a:pPr>
            <a:r>
              <a:rPr lang="en-GB" sz="1600"/>
              <a:t>Precision = TP/(TP+FP)</a:t>
            </a:r>
            <a:endParaRPr/>
          </a:p>
          <a:p>
            <a:pPr indent="-287338" lvl="0" marL="287338" rtl="0" algn="just">
              <a:lnSpc>
                <a:spcPct val="100000"/>
              </a:lnSpc>
              <a:spcBef>
                <a:spcPts val="480"/>
              </a:spcBef>
              <a:spcAft>
                <a:spcPts val="0"/>
              </a:spcAft>
              <a:buSzPts val="1120"/>
              <a:buChar char="◉"/>
            </a:pPr>
            <a:r>
              <a:rPr b="0" i="0" lang="en-GB" sz="1600">
                <a:solidFill>
                  <a:srgbClr val="292929"/>
                </a:solidFill>
                <a:latin typeface="Trebuchet MS"/>
                <a:ea typeface="Trebuchet MS"/>
                <a:cs typeface="Trebuchet MS"/>
                <a:sym typeface="Trebuchet MS"/>
              </a:rPr>
              <a:t>The precision value lies between 0 and 1.</a:t>
            </a:r>
            <a:endParaRPr/>
          </a:p>
          <a:p>
            <a:pPr indent="-287338" lvl="0" marL="287338" rtl="0" algn="just">
              <a:lnSpc>
                <a:spcPct val="100000"/>
              </a:lnSpc>
              <a:spcBef>
                <a:spcPts val="480"/>
              </a:spcBef>
              <a:spcAft>
                <a:spcPts val="0"/>
              </a:spcAft>
              <a:buSzPts val="1120"/>
              <a:buChar char="◉"/>
            </a:pPr>
            <a:r>
              <a:rPr lang="en-GB" sz="1600">
                <a:solidFill>
                  <a:srgbClr val="292929"/>
                </a:solidFill>
                <a:latin typeface="Trebuchet MS"/>
                <a:ea typeface="Trebuchet MS"/>
                <a:cs typeface="Trebuchet MS"/>
                <a:sym typeface="Trebuchet MS"/>
              </a:rPr>
              <a:t>Recall = TP/(TP+FN)</a:t>
            </a:r>
            <a:endParaRPr/>
          </a:p>
          <a:p>
            <a:pPr indent="-287338" lvl="0" marL="287338" rtl="0" algn="just">
              <a:lnSpc>
                <a:spcPct val="100000"/>
              </a:lnSpc>
              <a:spcBef>
                <a:spcPts val="480"/>
              </a:spcBef>
              <a:spcAft>
                <a:spcPts val="0"/>
              </a:spcAft>
              <a:buSzPts val="1120"/>
              <a:buChar char="◉"/>
            </a:pPr>
            <a:r>
              <a:rPr b="1" i="0" lang="en-GB" sz="1600">
                <a:solidFill>
                  <a:srgbClr val="292929"/>
                </a:solidFill>
                <a:latin typeface="Century Gothic"/>
                <a:ea typeface="Century Gothic"/>
                <a:cs typeface="Century Gothic"/>
                <a:sym typeface="Century Gothic"/>
              </a:rPr>
              <a:t>True Positive</a:t>
            </a:r>
            <a:r>
              <a:rPr b="0" i="0" lang="en-GB" sz="1600">
                <a:solidFill>
                  <a:srgbClr val="292929"/>
                </a:solidFill>
                <a:latin typeface="Century Gothic"/>
                <a:ea typeface="Century Gothic"/>
                <a:cs typeface="Century Gothic"/>
                <a:sym typeface="Century Gothic"/>
              </a:rPr>
              <a:t> </a:t>
            </a:r>
            <a:r>
              <a:rPr b="1" i="0" lang="en-GB" sz="1600">
                <a:solidFill>
                  <a:srgbClr val="292929"/>
                </a:solidFill>
                <a:latin typeface="Century Gothic"/>
                <a:ea typeface="Century Gothic"/>
                <a:cs typeface="Century Gothic"/>
                <a:sym typeface="Century Gothic"/>
              </a:rPr>
              <a:t>(TP)</a:t>
            </a:r>
            <a:r>
              <a:rPr b="0" i="0" lang="en-GB" sz="1600">
                <a:solidFill>
                  <a:srgbClr val="292929"/>
                </a:solidFill>
                <a:latin typeface="Century Gothic"/>
                <a:ea typeface="Century Gothic"/>
                <a:cs typeface="Century Gothic"/>
                <a:sym typeface="Century Gothic"/>
              </a:rPr>
              <a:t> — model correctly predicts the positive class (prediction and actual both are positive).</a:t>
            </a:r>
            <a:endParaRPr/>
          </a:p>
          <a:p>
            <a:pPr indent="-287338" lvl="0" marL="287338" rtl="0" algn="just">
              <a:lnSpc>
                <a:spcPct val="100000"/>
              </a:lnSpc>
              <a:spcBef>
                <a:spcPts val="480"/>
              </a:spcBef>
              <a:spcAft>
                <a:spcPts val="0"/>
              </a:spcAft>
              <a:buSzPts val="1120"/>
              <a:buChar char="◉"/>
            </a:pPr>
            <a:r>
              <a:rPr b="1" i="0" lang="en-GB" sz="1600">
                <a:solidFill>
                  <a:srgbClr val="292929"/>
                </a:solidFill>
                <a:latin typeface="Century Gothic"/>
                <a:ea typeface="Century Gothic"/>
                <a:cs typeface="Century Gothic"/>
                <a:sym typeface="Century Gothic"/>
              </a:rPr>
              <a:t>True Negative (TN)</a:t>
            </a:r>
            <a:r>
              <a:rPr b="0" i="0" lang="en-GB" sz="1600">
                <a:solidFill>
                  <a:srgbClr val="292929"/>
                </a:solidFill>
                <a:latin typeface="Century Gothic"/>
                <a:ea typeface="Century Gothic"/>
                <a:cs typeface="Century Gothic"/>
                <a:sym typeface="Century Gothic"/>
              </a:rPr>
              <a:t> — model correctly predicts the negative class (prediction and actual both are negative). </a:t>
            </a:r>
            <a:endParaRPr/>
          </a:p>
          <a:p>
            <a:pPr indent="-287338" lvl="0" marL="287338" rtl="0" algn="just">
              <a:lnSpc>
                <a:spcPct val="100000"/>
              </a:lnSpc>
              <a:spcBef>
                <a:spcPts val="480"/>
              </a:spcBef>
              <a:spcAft>
                <a:spcPts val="0"/>
              </a:spcAft>
              <a:buSzPts val="1120"/>
              <a:buChar char="◉"/>
            </a:pPr>
            <a:r>
              <a:rPr b="1" i="0" lang="en-GB" sz="1600">
                <a:solidFill>
                  <a:srgbClr val="292929"/>
                </a:solidFill>
                <a:latin typeface="Century Gothic"/>
                <a:ea typeface="Century Gothic"/>
                <a:cs typeface="Century Gothic"/>
                <a:sym typeface="Century Gothic"/>
              </a:rPr>
              <a:t>False Positive (FP)</a:t>
            </a:r>
            <a:r>
              <a:rPr b="0" i="0" lang="en-GB" sz="1600">
                <a:solidFill>
                  <a:srgbClr val="292929"/>
                </a:solidFill>
                <a:latin typeface="Century Gothic"/>
                <a:ea typeface="Century Gothic"/>
                <a:cs typeface="Century Gothic"/>
                <a:sym typeface="Century Gothic"/>
              </a:rPr>
              <a:t> — model gives the wrong prediction of the negative class (predicted-positive, actual-negative).</a:t>
            </a:r>
            <a:endParaRPr sz="1600">
              <a:solidFill>
                <a:srgbClr val="292929"/>
              </a:solidFill>
              <a:latin typeface="Century Gothic"/>
              <a:ea typeface="Century Gothic"/>
              <a:cs typeface="Century Gothic"/>
              <a:sym typeface="Century Gothic"/>
            </a:endParaRPr>
          </a:p>
          <a:p>
            <a:pPr indent="-287338" lvl="0" marL="287338" rtl="0" algn="just">
              <a:lnSpc>
                <a:spcPct val="100000"/>
              </a:lnSpc>
              <a:spcBef>
                <a:spcPts val="480"/>
              </a:spcBef>
              <a:spcAft>
                <a:spcPts val="0"/>
              </a:spcAft>
              <a:buSzPts val="1120"/>
              <a:buChar char="◉"/>
            </a:pPr>
            <a:r>
              <a:rPr b="1" i="0" lang="en-GB" sz="1600">
                <a:solidFill>
                  <a:srgbClr val="292929"/>
                </a:solidFill>
                <a:latin typeface="Century Gothic"/>
                <a:ea typeface="Century Gothic"/>
                <a:cs typeface="Century Gothic"/>
                <a:sym typeface="Century Gothic"/>
              </a:rPr>
              <a:t>False Negative (FN)</a:t>
            </a:r>
            <a:r>
              <a:rPr b="0" i="0" lang="en-GB" sz="1600">
                <a:solidFill>
                  <a:srgbClr val="292929"/>
                </a:solidFill>
                <a:latin typeface="Century Gothic"/>
                <a:ea typeface="Century Gothic"/>
                <a:cs typeface="Century Gothic"/>
                <a:sym typeface="Century Gothic"/>
              </a:rPr>
              <a:t> — model wrongly predicts the positive class (predicted-negative, actual-positive). </a:t>
            </a:r>
            <a:endParaRPr/>
          </a:p>
          <a:p>
            <a:pPr indent="-287338" lvl="0" marL="287338" rtl="0" algn="just">
              <a:lnSpc>
                <a:spcPct val="100000"/>
              </a:lnSpc>
              <a:spcBef>
                <a:spcPts val="480"/>
              </a:spcBef>
              <a:spcAft>
                <a:spcPts val="0"/>
              </a:spcAft>
              <a:buSzPts val="1120"/>
              <a:buChar char="◉"/>
            </a:pPr>
            <a:r>
              <a:rPr b="0" i="0" lang="en-GB" sz="1600">
                <a:solidFill>
                  <a:srgbClr val="292929"/>
                </a:solidFill>
                <a:latin typeface="Arial"/>
                <a:ea typeface="Arial"/>
                <a:cs typeface="Arial"/>
                <a:sym typeface="Arial"/>
              </a:rPr>
              <a:t>F1 score gives the same weightage to recall and precision.</a:t>
            </a:r>
            <a:endParaRPr sz="1600">
              <a:latin typeface="Century Gothic"/>
              <a:ea typeface="Century Gothic"/>
              <a:cs typeface="Century Gothic"/>
              <a:sym typeface="Century Gothic"/>
            </a:endParaRPr>
          </a:p>
          <a:p>
            <a:pPr indent="-216218" lvl="0" marL="287338" rtl="0" algn="l">
              <a:lnSpc>
                <a:spcPct val="100000"/>
              </a:lnSpc>
              <a:spcBef>
                <a:spcPts val="480"/>
              </a:spcBef>
              <a:spcAft>
                <a:spcPts val="0"/>
              </a:spcAft>
              <a:buSzPts val="1120"/>
              <a:buNone/>
            </a:pPr>
            <a:r>
              <a:t/>
            </a:r>
            <a:endParaRPr sz="1600"/>
          </a:p>
        </p:txBody>
      </p:sp>
      <p:pic>
        <p:nvPicPr>
          <p:cNvPr id="199" name="Google Shape;199;p13"/>
          <p:cNvPicPr preferRelativeResize="0"/>
          <p:nvPr/>
        </p:nvPicPr>
        <p:blipFill rotWithShape="1">
          <a:blip r:embed="rId3">
            <a:alphaModFix/>
          </a:blip>
          <a:srcRect b="0" l="0" r="0" t="0"/>
          <a:stretch/>
        </p:blipFill>
        <p:spPr>
          <a:xfrm>
            <a:off x="3595687" y="5894613"/>
            <a:ext cx="5000625" cy="8667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Limitation Of Existing System</a:t>
            </a:r>
            <a:endParaRPr/>
          </a:p>
        </p:txBody>
      </p:sp>
      <p:sp>
        <p:nvSpPr>
          <p:cNvPr id="205" name="Google Shape;205;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SzPts val="1960"/>
              <a:buFont typeface="Arial"/>
              <a:buChar char="•"/>
            </a:pPr>
            <a:r>
              <a:rPr lang="en-GB" sz="2800">
                <a:solidFill>
                  <a:schemeClr val="dk1"/>
                </a:solidFill>
              </a:rPr>
              <a:t>This model only changes the resolution of the image from low to high </a:t>
            </a:r>
            <a:endParaRPr/>
          </a:p>
          <a:p>
            <a:pPr indent="-285750" lvl="0" marL="285750" rtl="0" algn="just">
              <a:lnSpc>
                <a:spcPct val="90000"/>
              </a:lnSpc>
              <a:spcBef>
                <a:spcPts val="840"/>
              </a:spcBef>
              <a:spcAft>
                <a:spcPts val="0"/>
              </a:spcAft>
              <a:buSzPts val="1960"/>
              <a:buFont typeface="Arial"/>
              <a:buChar char="•"/>
            </a:pPr>
            <a:r>
              <a:rPr lang="en-GB" sz="2800">
                <a:solidFill>
                  <a:schemeClr val="dk1"/>
                </a:solidFill>
              </a:rPr>
              <a:t>The detection of abnormalities is done manually</a:t>
            </a:r>
            <a:endParaRPr/>
          </a:p>
          <a:p>
            <a:pPr indent="-285750" lvl="0" marL="285750" rtl="0" algn="just">
              <a:lnSpc>
                <a:spcPct val="90000"/>
              </a:lnSpc>
              <a:spcBef>
                <a:spcPts val="840"/>
              </a:spcBef>
              <a:spcAft>
                <a:spcPts val="0"/>
              </a:spcAft>
              <a:buSzPts val="1960"/>
              <a:buFont typeface="Arial"/>
              <a:buChar char="•"/>
            </a:pPr>
            <a:r>
              <a:rPr lang="en-GB" sz="2800">
                <a:solidFill>
                  <a:schemeClr val="dk1"/>
                </a:solidFill>
              </a:rPr>
              <a:t>The detection of abnormalities takes lots of concentration, time and effort to diagnose the disease </a:t>
            </a:r>
            <a:endParaRPr/>
          </a:p>
          <a:p>
            <a:pPr indent="-285750" lvl="0" marL="285750" rtl="0" algn="just">
              <a:lnSpc>
                <a:spcPct val="90000"/>
              </a:lnSpc>
              <a:spcBef>
                <a:spcPts val="840"/>
              </a:spcBef>
              <a:spcAft>
                <a:spcPts val="0"/>
              </a:spcAft>
              <a:buSzPts val="1960"/>
              <a:buFont typeface="Arial"/>
              <a:buChar char="•"/>
            </a:pPr>
            <a:r>
              <a:rPr lang="en-GB" sz="2800">
                <a:solidFill>
                  <a:schemeClr val="dk1"/>
                </a:solidFill>
              </a:rPr>
              <a:t>Even when the image is converted into high resolution picture there are chances of misdiagnosing </a:t>
            </a:r>
            <a:endParaRPr/>
          </a:p>
          <a:p>
            <a:pPr indent="-162878" lvl="0" marL="287338" rtl="0" algn="l">
              <a:lnSpc>
                <a:spcPct val="90000"/>
              </a:lnSpc>
              <a:spcBef>
                <a:spcPts val="840"/>
              </a:spcBef>
              <a:spcAft>
                <a:spcPts val="0"/>
              </a:spcAft>
              <a:buSzPts val="196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PROBLEM DEFINITION</a:t>
            </a:r>
            <a:endParaRPr/>
          </a:p>
        </p:txBody>
      </p:sp>
      <p:sp>
        <p:nvSpPr>
          <p:cNvPr id="211" name="Google Shape;211;p15"/>
          <p:cNvSpPr txBox="1"/>
          <p:nvPr>
            <p:ph idx="1" type="body"/>
          </p:nvPr>
        </p:nvSpPr>
        <p:spPr>
          <a:xfrm>
            <a:off x="838200" y="1825625"/>
            <a:ext cx="10515600" cy="4542518"/>
          </a:xfrm>
          <a:prstGeom prst="rect">
            <a:avLst/>
          </a:prstGeom>
          <a:noFill/>
          <a:ln>
            <a:noFill/>
          </a:ln>
        </p:spPr>
        <p:txBody>
          <a:bodyPr anchorCtr="0" anchor="t" bIns="45700" lIns="91425" spcFirstLastPara="1" rIns="91425" wrap="square" tIns="45700">
            <a:normAutofit lnSpcReduction="10000"/>
          </a:bodyPr>
          <a:lstStyle/>
          <a:p>
            <a:pPr indent="-287338" lvl="0" marL="287338" rtl="0" algn="l">
              <a:lnSpc>
                <a:spcPct val="150000"/>
              </a:lnSpc>
              <a:spcBef>
                <a:spcPts val="0"/>
              </a:spcBef>
              <a:spcAft>
                <a:spcPts val="0"/>
              </a:spcAft>
              <a:buSzPts val="1680"/>
              <a:buChar char="◉"/>
            </a:pPr>
            <a:r>
              <a:rPr lang="en-GB" sz="2400"/>
              <a:t>Esophageal, stomach, and colorectal cancers account for 2.8 million new cases and 1.8 million deaths worldwide per year. </a:t>
            </a:r>
            <a:endParaRPr/>
          </a:p>
          <a:p>
            <a:pPr indent="-287338" lvl="0" marL="287338" rtl="0" algn="l">
              <a:lnSpc>
                <a:spcPct val="150000"/>
              </a:lnSpc>
              <a:spcBef>
                <a:spcPts val="720"/>
              </a:spcBef>
              <a:spcAft>
                <a:spcPts val="0"/>
              </a:spcAft>
              <a:buSzPts val="1680"/>
              <a:buChar char="◉"/>
            </a:pPr>
            <a:r>
              <a:rPr lang="en-GB" sz="2400"/>
              <a:t>Due to its complex nature of gastrointestinal infections, gastroscopy instruments are not suitable for identifying and examining gastrointestinal infections.</a:t>
            </a:r>
            <a:endParaRPr/>
          </a:p>
          <a:p>
            <a:pPr indent="-287338" lvl="0" marL="287338" rtl="0" algn="l">
              <a:lnSpc>
                <a:spcPct val="150000"/>
              </a:lnSpc>
              <a:spcBef>
                <a:spcPts val="720"/>
              </a:spcBef>
              <a:spcAft>
                <a:spcPts val="0"/>
              </a:spcAft>
              <a:buSzPts val="1680"/>
              <a:buChar char="◉"/>
            </a:pPr>
            <a:r>
              <a:rPr lang="en-GB" sz="2400"/>
              <a:t>Our study helps doctors to identify these gastrointestinal infections with the help of our deep learning model which uses CNN-LSTM hybrid model.</a:t>
            </a:r>
            <a:endParaRPr/>
          </a:p>
          <a:p>
            <a:pPr indent="-180658" lvl="0" marL="287338" rtl="0" algn="l">
              <a:lnSpc>
                <a:spcPct val="150000"/>
              </a:lnSpc>
              <a:spcBef>
                <a:spcPts val="720"/>
              </a:spcBef>
              <a:spcAft>
                <a:spcPts val="0"/>
              </a:spcAft>
              <a:buSzPts val="1680"/>
              <a:buNone/>
            </a:pPr>
            <a:r>
              <a:t/>
            </a:r>
            <a:endParaRPr sz="2400"/>
          </a:p>
          <a:p>
            <a:pPr indent="-180658" lvl="0" marL="287338" rtl="0" algn="l">
              <a:lnSpc>
                <a:spcPct val="150000"/>
              </a:lnSpc>
              <a:spcBef>
                <a:spcPts val="720"/>
              </a:spcBef>
              <a:spcAft>
                <a:spcPts val="0"/>
              </a:spcAft>
              <a:buSzPts val="1680"/>
              <a:buNone/>
            </a:pPr>
            <a:r>
              <a:t/>
            </a:r>
            <a:endParaRPr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OBJECTIVE OF THE PROPOSED SYSTEM</a:t>
            </a:r>
            <a:endParaRPr/>
          </a:p>
        </p:txBody>
      </p:sp>
      <p:sp>
        <p:nvSpPr>
          <p:cNvPr id="217" name="Google Shape;21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87338" lvl="0" marL="287338" rtl="0" algn="l">
              <a:lnSpc>
                <a:spcPct val="150000"/>
              </a:lnSpc>
              <a:spcBef>
                <a:spcPts val="0"/>
              </a:spcBef>
              <a:spcAft>
                <a:spcPts val="0"/>
              </a:spcAft>
              <a:buSzPts val="1960"/>
              <a:buChar char="◉"/>
            </a:pPr>
            <a:r>
              <a:rPr lang="en-GB" sz="2800"/>
              <a:t>To convert low resolution images to high resolution and classify the abnormalities in endoscopic images into different classes using CNN-LSTM-SR</a:t>
            </a:r>
            <a:endParaRPr sz="3600"/>
          </a:p>
          <a:p>
            <a:pPr indent="-162878" lvl="0" marL="287338" rtl="0" algn="l">
              <a:lnSpc>
                <a:spcPct val="90000"/>
              </a:lnSpc>
              <a:spcBef>
                <a:spcPts val="840"/>
              </a:spcBef>
              <a:spcAft>
                <a:spcPts val="0"/>
              </a:spcAft>
              <a:buSzPts val="1960"/>
              <a:buNone/>
            </a:pPr>
            <a:r>
              <a:t/>
            </a:r>
            <a:endParaRPr sz="2800"/>
          </a:p>
          <a:p>
            <a:pPr indent="-162878" lvl="0" marL="287338" rtl="0" algn="l">
              <a:lnSpc>
                <a:spcPct val="90000"/>
              </a:lnSpc>
              <a:spcBef>
                <a:spcPts val="840"/>
              </a:spcBef>
              <a:spcAft>
                <a:spcPts val="0"/>
              </a:spcAft>
              <a:buSzPts val="196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7"/>
          <p:cNvSpPr txBox="1"/>
          <p:nvPr>
            <p:ph type="title"/>
          </p:nvPr>
        </p:nvSpPr>
        <p:spPr>
          <a:xfrm>
            <a:off x="838200" y="365125"/>
            <a:ext cx="10515600" cy="106940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Architecture Of Proposed System</a:t>
            </a:r>
            <a:endParaRPr/>
          </a:p>
        </p:txBody>
      </p:sp>
      <p:sp>
        <p:nvSpPr>
          <p:cNvPr id="223" name="Google Shape;223;p17"/>
          <p:cNvSpPr/>
          <p:nvPr/>
        </p:nvSpPr>
        <p:spPr>
          <a:xfrm>
            <a:off x="978964" y="2694810"/>
            <a:ext cx="1638935" cy="600491"/>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LOAD THE DATASET</a:t>
            </a:r>
            <a:endParaRPr b="0" i="0" sz="1400" u="none" cap="none" strike="noStrike">
              <a:solidFill>
                <a:schemeClr val="dk1"/>
              </a:solidFill>
              <a:latin typeface="Calibri"/>
              <a:ea typeface="Calibri"/>
              <a:cs typeface="Calibri"/>
              <a:sym typeface="Calibri"/>
            </a:endParaRPr>
          </a:p>
          <a:p>
            <a:pPr indent="0" lvl="0" marL="0" marR="0" rtl="0" algn="ctr">
              <a:lnSpc>
                <a:spcPct val="107000"/>
              </a:lnSpc>
              <a:spcBef>
                <a:spcPts val="80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ctr">
              <a:lnSpc>
                <a:spcPct val="107000"/>
              </a:lnSpc>
              <a:spcBef>
                <a:spcPts val="80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4" name="Google Shape;224;p17"/>
          <p:cNvSpPr/>
          <p:nvPr/>
        </p:nvSpPr>
        <p:spPr>
          <a:xfrm>
            <a:off x="5211558" y="2686974"/>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200" u="none" cap="none" strike="noStrike">
                <a:solidFill>
                  <a:schemeClr val="dk1"/>
                </a:solidFill>
                <a:latin typeface="Calibri"/>
                <a:ea typeface="Calibri"/>
                <a:cs typeface="Calibri"/>
                <a:sym typeface="Calibri"/>
              </a:rPr>
              <a:t>SUPER RESOLUTION ALGORITHM</a:t>
            </a:r>
            <a:endParaRPr/>
          </a:p>
        </p:txBody>
      </p:sp>
      <p:sp>
        <p:nvSpPr>
          <p:cNvPr id="225" name="Google Shape;225;p17"/>
          <p:cNvSpPr/>
          <p:nvPr/>
        </p:nvSpPr>
        <p:spPr>
          <a:xfrm>
            <a:off x="9554077" y="3854469"/>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APPLY CNN LSTM RESNET 152</a:t>
            </a:r>
            <a:endParaRPr b="0" i="0" sz="1400" u="none" cap="none" strike="noStrike">
              <a:solidFill>
                <a:schemeClr val="dk1"/>
              </a:solidFill>
              <a:latin typeface="Calibri"/>
              <a:ea typeface="Calibri"/>
              <a:cs typeface="Calibri"/>
              <a:sym typeface="Calibri"/>
            </a:endParaRPr>
          </a:p>
        </p:txBody>
      </p:sp>
      <p:sp>
        <p:nvSpPr>
          <p:cNvPr id="226" name="Google Shape;226;p17"/>
          <p:cNvSpPr/>
          <p:nvPr/>
        </p:nvSpPr>
        <p:spPr>
          <a:xfrm>
            <a:off x="7144691" y="4959891"/>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EVALUATING METRICS</a:t>
            </a:r>
            <a:endParaRPr b="0" i="0" sz="1400" u="none" cap="none" strike="noStrike">
              <a:solidFill>
                <a:schemeClr val="dk1"/>
              </a:solidFill>
              <a:latin typeface="Calibri"/>
              <a:ea typeface="Calibri"/>
              <a:cs typeface="Calibri"/>
              <a:sym typeface="Calibri"/>
            </a:endParaRPr>
          </a:p>
        </p:txBody>
      </p:sp>
      <p:sp>
        <p:nvSpPr>
          <p:cNvPr id="227" name="Google Shape;227;p17"/>
          <p:cNvSpPr/>
          <p:nvPr/>
        </p:nvSpPr>
        <p:spPr>
          <a:xfrm>
            <a:off x="3018954" y="2420370"/>
            <a:ext cx="1698663" cy="1106954"/>
          </a:xfrm>
          <a:prstGeom prst="roundRect">
            <a:avLst>
              <a:gd fmla="val 16667" name="adj"/>
            </a:avLst>
          </a:prstGeom>
          <a:solidFill>
            <a:schemeClr val="lt1"/>
          </a:solidFill>
          <a:ln cap="flat" cmpd="sng" w="12700">
            <a:solidFill>
              <a:srgbClr val="8683C7"/>
            </a:solidFill>
            <a:prstDash val="dash"/>
            <a:round/>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PREPROCESSING</a:t>
            </a:r>
            <a:endParaRPr b="0" i="0" sz="1400" u="none" cap="none" strike="noStrike">
              <a:solidFill>
                <a:schemeClr val="dk1"/>
              </a:solidFill>
              <a:latin typeface="Calibri"/>
              <a:ea typeface="Calibri"/>
              <a:cs typeface="Calibri"/>
              <a:sym typeface="Calibri"/>
            </a:endParaRPr>
          </a:p>
        </p:txBody>
      </p:sp>
      <p:sp>
        <p:nvSpPr>
          <p:cNvPr id="228" name="Google Shape;228;p17"/>
          <p:cNvSpPr/>
          <p:nvPr/>
        </p:nvSpPr>
        <p:spPr>
          <a:xfrm>
            <a:off x="3050936" y="2919128"/>
            <a:ext cx="1638935" cy="357482"/>
          </a:xfrm>
          <a:prstGeom prst="rect">
            <a:avLst/>
          </a:prstGeom>
          <a:solidFill>
            <a:schemeClr val="lt1"/>
          </a:solidFill>
          <a:ln cap="flat" cmpd="sng" w="12700">
            <a:solidFill>
              <a:srgbClr val="6D8183"/>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200" u="none" cap="none" strike="noStrike">
                <a:solidFill>
                  <a:schemeClr val="dk1"/>
                </a:solidFill>
                <a:latin typeface="Calibri"/>
                <a:ea typeface="Calibri"/>
                <a:cs typeface="Calibri"/>
                <a:sym typeface="Calibri"/>
              </a:rPr>
              <a:t> USING GAN MODEL</a:t>
            </a:r>
            <a:endParaRPr b="0" i="0" sz="1200" u="none" cap="none" strike="noStrike">
              <a:solidFill>
                <a:schemeClr val="dk1"/>
              </a:solidFill>
              <a:latin typeface="Calibri"/>
              <a:ea typeface="Calibri"/>
              <a:cs typeface="Calibri"/>
              <a:sym typeface="Calibri"/>
            </a:endParaRPr>
          </a:p>
        </p:txBody>
      </p:sp>
      <p:sp>
        <p:nvSpPr>
          <p:cNvPr id="229" name="Google Shape;229;p17"/>
          <p:cNvSpPr/>
          <p:nvPr/>
        </p:nvSpPr>
        <p:spPr>
          <a:xfrm>
            <a:off x="7363223" y="2686973"/>
            <a:ext cx="1638935" cy="1484053"/>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EXTRACT THE FEATURES</a:t>
            </a:r>
            <a:endParaRPr/>
          </a:p>
          <a:p>
            <a:pPr indent="0" lvl="0" marL="0" marR="0" rtl="0" algn="ctr">
              <a:lnSpc>
                <a:spcPct val="107000"/>
              </a:lnSpc>
              <a:spcBef>
                <a:spcPts val="80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0" name="Google Shape;230;p17"/>
          <p:cNvSpPr/>
          <p:nvPr/>
        </p:nvSpPr>
        <p:spPr>
          <a:xfrm>
            <a:off x="9514888" y="2639347"/>
            <a:ext cx="1638935" cy="65595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200" u="none" cap="none" strike="noStrike">
                <a:solidFill>
                  <a:schemeClr val="dk1"/>
                </a:solidFill>
                <a:latin typeface="Calibri"/>
                <a:ea typeface="Calibri"/>
                <a:cs typeface="Calibri"/>
                <a:sym typeface="Calibri"/>
              </a:rPr>
              <a:t>SPLIT THE TRAIN_TESTING PROCESS</a:t>
            </a:r>
            <a:endParaRPr b="0" i="0" sz="1200" u="none" cap="none" strike="noStrike">
              <a:solidFill>
                <a:schemeClr val="dk1"/>
              </a:solidFill>
              <a:latin typeface="Calibri"/>
              <a:ea typeface="Calibri"/>
              <a:cs typeface="Calibri"/>
              <a:sym typeface="Calibri"/>
            </a:endParaRPr>
          </a:p>
        </p:txBody>
      </p:sp>
      <p:sp>
        <p:nvSpPr>
          <p:cNvPr id="231" name="Google Shape;231;p17"/>
          <p:cNvSpPr/>
          <p:nvPr/>
        </p:nvSpPr>
        <p:spPr>
          <a:xfrm>
            <a:off x="9570846" y="4873373"/>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VALIDATE THE FEATURES</a:t>
            </a:r>
            <a:endParaRPr b="0" i="0" sz="1400" u="none" cap="none" strike="noStrike">
              <a:solidFill>
                <a:schemeClr val="dk1"/>
              </a:solidFill>
              <a:latin typeface="Calibri"/>
              <a:ea typeface="Calibri"/>
              <a:cs typeface="Calibri"/>
              <a:sym typeface="Calibri"/>
            </a:endParaRPr>
          </a:p>
        </p:txBody>
      </p:sp>
      <p:sp>
        <p:nvSpPr>
          <p:cNvPr id="232" name="Google Shape;232;p17"/>
          <p:cNvSpPr/>
          <p:nvPr/>
        </p:nvSpPr>
        <p:spPr>
          <a:xfrm>
            <a:off x="9562461" y="5896482"/>
            <a:ext cx="1638935" cy="560705"/>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400" u="none" cap="none" strike="noStrike">
                <a:solidFill>
                  <a:schemeClr val="dk1"/>
                </a:solidFill>
                <a:latin typeface="Calibri"/>
                <a:ea typeface="Calibri"/>
                <a:cs typeface="Calibri"/>
                <a:sym typeface="Calibri"/>
              </a:rPr>
              <a:t>CLASSIFY THE RESULTS</a:t>
            </a:r>
            <a:endParaRPr b="0" i="0" sz="1400" u="none" cap="none" strike="noStrike">
              <a:solidFill>
                <a:schemeClr val="dk1"/>
              </a:solidFill>
              <a:latin typeface="Calibri"/>
              <a:ea typeface="Calibri"/>
              <a:cs typeface="Calibri"/>
              <a:sym typeface="Calibri"/>
            </a:endParaRPr>
          </a:p>
        </p:txBody>
      </p:sp>
      <p:cxnSp>
        <p:nvCxnSpPr>
          <p:cNvPr id="233" name="Google Shape;233;p17"/>
          <p:cNvCxnSpPr/>
          <p:nvPr/>
        </p:nvCxnSpPr>
        <p:spPr>
          <a:xfrm>
            <a:off x="2625809" y="2975160"/>
            <a:ext cx="434084" cy="0"/>
          </a:xfrm>
          <a:prstGeom prst="straightConnector1">
            <a:avLst/>
          </a:prstGeom>
          <a:noFill/>
          <a:ln cap="flat" cmpd="sng" w="9525">
            <a:solidFill>
              <a:srgbClr val="000000"/>
            </a:solidFill>
            <a:prstDash val="solid"/>
            <a:round/>
            <a:headEnd len="med" w="med" type="none"/>
            <a:tailEnd len="med" w="med" type="triangle"/>
          </a:ln>
        </p:spPr>
      </p:cxnSp>
      <p:cxnSp>
        <p:nvCxnSpPr>
          <p:cNvPr id="234" name="Google Shape;234;p17"/>
          <p:cNvCxnSpPr>
            <a:stCxn id="224" idx="3"/>
          </p:cNvCxnSpPr>
          <p:nvPr/>
        </p:nvCxnSpPr>
        <p:spPr>
          <a:xfrm flipH="1" rot="10800000">
            <a:off x="6850493" y="2956527"/>
            <a:ext cx="512700" cy="10800"/>
          </a:xfrm>
          <a:prstGeom prst="straightConnector1">
            <a:avLst/>
          </a:prstGeom>
          <a:noFill/>
          <a:ln cap="flat" cmpd="sng" w="9525">
            <a:solidFill>
              <a:srgbClr val="000000"/>
            </a:solidFill>
            <a:prstDash val="solid"/>
            <a:round/>
            <a:headEnd len="med" w="med" type="none"/>
            <a:tailEnd len="med" w="med" type="triangle"/>
          </a:ln>
        </p:spPr>
      </p:cxnSp>
      <p:cxnSp>
        <p:nvCxnSpPr>
          <p:cNvPr id="235" name="Google Shape;235;p17"/>
          <p:cNvCxnSpPr/>
          <p:nvPr/>
        </p:nvCxnSpPr>
        <p:spPr>
          <a:xfrm flipH="1" rot="10800000">
            <a:off x="9002158" y="2956528"/>
            <a:ext cx="512730" cy="1"/>
          </a:xfrm>
          <a:prstGeom prst="straightConnector1">
            <a:avLst/>
          </a:prstGeom>
          <a:noFill/>
          <a:ln cap="flat" cmpd="sng" w="9525">
            <a:solidFill>
              <a:srgbClr val="000000"/>
            </a:solidFill>
            <a:prstDash val="solid"/>
            <a:round/>
            <a:headEnd len="med" w="med" type="none"/>
            <a:tailEnd len="med" w="med" type="triangle"/>
          </a:ln>
        </p:spPr>
      </p:cxnSp>
      <p:cxnSp>
        <p:nvCxnSpPr>
          <p:cNvPr id="236" name="Google Shape;236;p17"/>
          <p:cNvCxnSpPr>
            <a:stCxn id="225" idx="2"/>
            <a:endCxn id="231" idx="0"/>
          </p:cNvCxnSpPr>
          <p:nvPr/>
        </p:nvCxnSpPr>
        <p:spPr>
          <a:xfrm>
            <a:off x="10373545" y="4415174"/>
            <a:ext cx="16800" cy="458100"/>
          </a:xfrm>
          <a:prstGeom prst="straightConnector1">
            <a:avLst/>
          </a:prstGeom>
          <a:noFill/>
          <a:ln cap="flat" cmpd="sng" w="9525">
            <a:solidFill>
              <a:srgbClr val="000000"/>
            </a:solidFill>
            <a:prstDash val="solid"/>
            <a:round/>
            <a:headEnd len="med" w="med" type="none"/>
            <a:tailEnd len="med" w="med" type="triangle"/>
          </a:ln>
        </p:spPr>
      </p:cxnSp>
      <p:cxnSp>
        <p:nvCxnSpPr>
          <p:cNvPr id="237" name="Google Shape;237;p17"/>
          <p:cNvCxnSpPr>
            <a:stCxn id="231" idx="2"/>
          </p:cNvCxnSpPr>
          <p:nvPr/>
        </p:nvCxnSpPr>
        <p:spPr>
          <a:xfrm flipH="1">
            <a:off x="10381914" y="5434078"/>
            <a:ext cx="8400" cy="528000"/>
          </a:xfrm>
          <a:prstGeom prst="straightConnector1">
            <a:avLst/>
          </a:prstGeom>
          <a:noFill/>
          <a:ln cap="flat" cmpd="sng" w="9525">
            <a:solidFill>
              <a:srgbClr val="000000"/>
            </a:solidFill>
            <a:prstDash val="solid"/>
            <a:round/>
            <a:headEnd len="med" w="med" type="none"/>
            <a:tailEnd len="med" w="med" type="triangle"/>
          </a:ln>
        </p:spPr>
      </p:cxnSp>
      <p:cxnSp>
        <p:nvCxnSpPr>
          <p:cNvPr id="238" name="Google Shape;238;p17"/>
          <p:cNvCxnSpPr/>
          <p:nvPr/>
        </p:nvCxnSpPr>
        <p:spPr>
          <a:xfrm rot="10800000">
            <a:off x="8775241" y="5223244"/>
            <a:ext cx="551387" cy="1"/>
          </a:xfrm>
          <a:prstGeom prst="straightConnector1">
            <a:avLst/>
          </a:prstGeom>
          <a:noFill/>
          <a:ln cap="flat" cmpd="sng" w="9525">
            <a:solidFill>
              <a:srgbClr val="000000"/>
            </a:solidFill>
            <a:prstDash val="solid"/>
            <a:round/>
            <a:headEnd len="med" w="med" type="none"/>
            <a:tailEnd len="med" w="med" type="triangle"/>
          </a:ln>
        </p:spPr>
      </p:cxnSp>
      <p:cxnSp>
        <p:nvCxnSpPr>
          <p:cNvPr id="239" name="Google Shape;239;p17"/>
          <p:cNvCxnSpPr>
            <a:stCxn id="227" idx="3"/>
            <a:endCxn id="224" idx="1"/>
          </p:cNvCxnSpPr>
          <p:nvPr/>
        </p:nvCxnSpPr>
        <p:spPr>
          <a:xfrm flipH="1" rot="10800000">
            <a:off x="4717617" y="2967247"/>
            <a:ext cx="493800" cy="6600"/>
          </a:xfrm>
          <a:prstGeom prst="straightConnector1">
            <a:avLst/>
          </a:prstGeom>
          <a:noFill/>
          <a:ln cap="flat" cmpd="sng" w="9525">
            <a:solidFill>
              <a:srgbClr val="000000"/>
            </a:solidFill>
            <a:prstDash val="solid"/>
            <a:round/>
            <a:headEnd len="med" w="med" type="none"/>
            <a:tailEnd len="med" w="med" type="triangle"/>
          </a:ln>
        </p:spPr>
      </p:cxnSp>
      <p:cxnSp>
        <p:nvCxnSpPr>
          <p:cNvPr id="240" name="Google Shape;240;p17"/>
          <p:cNvCxnSpPr/>
          <p:nvPr/>
        </p:nvCxnSpPr>
        <p:spPr>
          <a:xfrm flipH="1" rot="-5400000">
            <a:off x="10076947" y="3552709"/>
            <a:ext cx="519713" cy="4897"/>
          </a:xfrm>
          <a:prstGeom prst="straightConnector1">
            <a:avLst/>
          </a:prstGeom>
          <a:noFill/>
          <a:ln cap="flat" cmpd="sng" w="9525">
            <a:solidFill>
              <a:srgbClr val="000000"/>
            </a:solidFill>
            <a:prstDash val="solid"/>
            <a:round/>
            <a:headEnd len="med" w="med" type="none"/>
            <a:tailEnd len="med" w="med" type="triangle"/>
          </a:ln>
        </p:spPr>
      </p:cxnSp>
      <p:sp>
        <p:nvSpPr>
          <p:cNvPr id="241" name="Google Shape;241;p17"/>
          <p:cNvSpPr/>
          <p:nvPr/>
        </p:nvSpPr>
        <p:spPr>
          <a:xfrm>
            <a:off x="5075809" y="5003015"/>
            <a:ext cx="1638935" cy="517581"/>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600" u="none" cap="none" strike="noStrike">
                <a:solidFill>
                  <a:schemeClr val="dk1"/>
                </a:solidFill>
                <a:latin typeface="Calibri"/>
                <a:ea typeface="Calibri"/>
                <a:cs typeface="Calibri"/>
                <a:sym typeface="Calibri"/>
              </a:rPr>
              <a:t>Output</a:t>
            </a:r>
            <a:endParaRPr/>
          </a:p>
        </p:txBody>
      </p:sp>
      <p:cxnSp>
        <p:nvCxnSpPr>
          <p:cNvPr id="242" name="Google Shape;242;p17"/>
          <p:cNvCxnSpPr/>
          <p:nvPr/>
        </p:nvCxnSpPr>
        <p:spPr>
          <a:xfrm flipH="1">
            <a:off x="6706359" y="5241014"/>
            <a:ext cx="456300" cy="1"/>
          </a:xfrm>
          <a:prstGeom prst="straightConnector1">
            <a:avLst/>
          </a:prstGeom>
          <a:noFill/>
          <a:ln cap="flat" cmpd="sng" w="9525">
            <a:solidFill>
              <a:srgbClr val="000000"/>
            </a:solidFill>
            <a:prstDash val="solid"/>
            <a:round/>
            <a:headEnd len="med" w="med" type="none"/>
            <a:tailEnd len="med" w="med" type="triangle"/>
          </a:ln>
        </p:spPr>
      </p:cxnSp>
      <p:sp>
        <p:nvSpPr>
          <p:cNvPr id="243" name="Google Shape;243;p17"/>
          <p:cNvSpPr/>
          <p:nvPr/>
        </p:nvSpPr>
        <p:spPr>
          <a:xfrm>
            <a:off x="9361173" y="2307653"/>
            <a:ext cx="2024742" cy="4367870"/>
          </a:xfrm>
          <a:prstGeom prst="rect">
            <a:avLst/>
          </a:prstGeom>
          <a:no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44" name="Google Shape;244;p17"/>
          <p:cNvSpPr/>
          <p:nvPr/>
        </p:nvSpPr>
        <p:spPr>
          <a:xfrm>
            <a:off x="9382586" y="1773301"/>
            <a:ext cx="2015454" cy="435439"/>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2000" u="none" cap="none" strike="noStrike">
                <a:solidFill>
                  <a:schemeClr val="dk1"/>
                </a:solidFill>
                <a:latin typeface="Calibri"/>
                <a:ea typeface="Calibri"/>
                <a:cs typeface="Calibri"/>
                <a:sym typeface="Calibri"/>
              </a:rPr>
              <a:t>CNN-LSTM-SR</a:t>
            </a:r>
            <a:endParaRPr/>
          </a:p>
        </p:txBody>
      </p:sp>
      <p:sp>
        <p:nvSpPr>
          <p:cNvPr id="245" name="Google Shape;245;p17"/>
          <p:cNvSpPr/>
          <p:nvPr/>
        </p:nvSpPr>
        <p:spPr>
          <a:xfrm>
            <a:off x="7353866" y="3359644"/>
            <a:ext cx="1638935" cy="671206"/>
          </a:xfrm>
          <a:prstGeom prst="rect">
            <a:avLst/>
          </a:prstGeom>
          <a:solidFill>
            <a:schemeClr val="lt1"/>
          </a:solidFill>
          <a:ln cap="flat" cmpd="sng" w="12700">
            <a:solidFill>
              <a:schemeClr val="dk1"/>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7000"/>
              </a:lnSpc>
              <a:spcBef>
                <a:spcPts val="0"/>
              </a:spcBef>
              <a:spcAft>
                <a:spcPts val="0"/>
              </a:spcAft>
              <a:buNone/>
            </a:pPr>
            <a:r>
              <a:rPr b="0" i="0" lang="en-GB" sz="1200" u="none" cap="none" strike="noStrike">
                <a:solidFill>
                  <a:schemeClr val="dk1"/>
                </a:solidFill>
                <a:latin typeface="Calibri"/>
                <a:ea typeface="Calibri"/>
                <a:cs typeface="Calibri"/>
                <a:sym typeface="Calibri"/>
              </a:rPr>
              <a:t>EDGE DETCTION, COLOUR IDENTIFICATION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8"/>
          <p:cNvSpPr txBox="1"/>
          <p:nvPr>
            <p:ph type="title"/>
          </p:nvPr>
        </p:nvSpPr>
        <p:spPr>
          <a:xfrm>
            <a:off x="838200" y="365126"/>
            <a:ext cx="10515600" cy="91814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Module Description</a:t>
            </a:r>
            <a:endParaRPr/>
          </a:p>
        </p:txBody>
      </p:sp>
      <p:sp>
        <p:nvSpPr>
          <p:cNvPr id="251" name="Google Shape;251;p18"/>
          <p:cNvSpPr txBox="1"/>
          <p:nvPr>
            <p:ph idx="1" type="body"/>
          </p:nvPr>
        </p:nvSpPr>
        <p:spPr>
          <a:xfrm>
            <a:off x="838200" y="2341670"/>
            <a:ext cx="10515600" cy="1828802"/>
          </a:xfrm>
          <a:prstGeom prst="rect">
            <a:avLst/>
          </a:prstGeom>
          <a:noFill/>
          <a:ln>
            <a:noFill/>
          </a:ln>
        </p:spPr>
        <p:txBody>
          <a:bodyPr anchorCtr="0" anchor="t" bIns="45700" lIns="91425" spcFirstLastPara="1" rIns="91425" wrap="square" tIns="45700">
            <a:normAutofit fontScale="62500" lnSpcReduction="20000"/>
          </a:bodyPr>
          <a:lstStyle/>
          <a:p>
            <a:pPr indent="-287338" lvl="0" marL="287338" rtl="0" algn="l">
              <a:lnSpc>
                <a:spcPct val="160000"/>
              </a:lnSpc>
              <a:spcBef>
                <a:spcPts val="0"/>
              </a:spcBef>
              <a:spcAft>
                <a:spcPts val="0"/>
              </a:spcAft>
              <a:buSzPct val="70000"/>
              <a:buChar char="◉"/>
            </a:pPr>
            <a:r>
              <a:rPr lang="en-GB"/>
              <a:t>We resize all image into same size to train our system. All image should be of same size for better training.</a:t>
            </a:r>
            <a:endParaRPr/>
          </a:p>
          <a:p>
            <a:pPr indent="-287338" lvl="0" marL="287338" rtl="0" algn="l">
              <a:lnSpc>
                <a:spcPct val="160000"/>
              </a:lnSpc>
              <a:spcBef>
                <a:spcPts val="525"/>
              </a:spcBef>
              <a:spcAft>
                <a:spcPts val="0"/>
              </a:spcAft>
              <a:buSzPct val="70000"/>
              <a:buChar char="◉"/>
            </a:pPr>
            <a:r>
              <a:rPr lang="en-GB"/>
              <a:t>Filtering important images from the dataset</a:t>
            </a:r>
            <a:endParaRPr/>
          </a:p>
          <a:p>
            <a:pPr indent="-287338" lvl="0" marL="287338" rtl="0" algn="l">
              <a:lnSpc>
                <a:spcPct val="160000"/>
              </a:lnSpc>
              <a:spcBef>
                <a:spcPts val="525"/>
              </a:spcBef>
              <a:spcAft>
                <a:spcPts val="0"/>
              </a:spcAft>
              <a:buSzPct val="70000"/>
              <a:buChar char="◉"/>
            </a:pPr>
            <a:r>
              <a:rPr lang="en-GB"/>
              <a:t>We remove unwanted noises from the image.</a:t>
            </a:r>
            <a:endParaRPr/>
          </a:p>
          <a:p>
            <a:pPr indent="-209550" lvl="0" marL="287338" rtl="0" algn="l">
              <a:lnSpc>
                <a:spcPct val="160000"/>
              </a:lnSpc>
              <a:spcBef>
                <a:spcPts val="525"/>
              </a:spcBef>
              <a:spcAft>
                <a:spcPts val="0"/>
              </a:spcAft>
              <a:buSzPct val="70000"/>
              <a:buNone/>
            </a:pPr>
            <a:r>
              <a:t/>
            </a:r>
            <a:endParaRPr/>
          </a:p>
        </p:txBody>
      </p:sp>
      <p:sp>
        <p:nvSpPr>
          <p:cNvPr id="252" name="Google Shape;252;p18"/>
          <p:cNvSpPr txBox="1"/>
          <p:nvPr/>
        </p:nvSpPr>
        <p:spPr>
          <a:xfrm>
            <a:off x="838200" y="5029198"/>
            <a:ext cx="10515600" cy="1828802"/>
          </a:xfrm>
          <a:prstGeom prst="rect">
            <a:avLst/>
          </a:prstGeom>
          <a:noFill/>
          <a:ln>
            <a:noFill/>
          </a:ln>
        </p:spPr>
        <p:txBody>
          <a:bodyPr anchorCtr="0" anchor="t" bIns="45700" lIns="91425" spcFirstLastPara="1" rIns="91425" wrap="square" tIns="45700">
            <a:normAutofit fontScale="70000" lnSpcReduction="20000"/>
          </a:bodyPr>
          <a:lstStyle/>
          <a:p>
            <a:pPr indent="-287338" lvl="0" marL="287338" marR="0" rtl="0" algn="l">
              <a:lnSpc>
                <a:spcPct val="160000"/>
              </a:lnSpc>
              <a:spcBef>
                <a:spcPts val="0"/>
              </a:spcBef>
              <a:spcAft>
                <a:spcPts val="0"/>
              </a:spcAft>
              <a:buClr>
                <a:srgbClr val="514DAA"/>
              </a:buClr>
              <a:buSzPct val="70000"/>
              <a:buFont typeface="Noto Sans Symbols"/>
              <a:buChar char="◉"/>
            </a:pPr>
            <a:r>
              <a:rPr b="0" i="0" lang="en-GB" sz="2800" u="none" cap="none" strike="noStrike">
                <a:solidFill>
                  <a:schemeClr val="dk1"/>
                </a:solidFill>
                <a:latin typeface="Century Gothic"/>
                <a:ea typeface="Century Gothic"/>
                <a:cs typeface="Century Gothic"/>
                <a:sym typeface="Century Gothic"/>
              </a:rPr>
              <a:t>A category-guided feature generation (CFG) module is proposed to generate the refined global and local category-guided features for the segmentation. The GAN model algorithm is used to generate the global and local category-guided features. </a:t>
            </a:r>
            <a:endParaRPr/>
          </a:p>
        </p:txBody>
      </p:sp>
      <p:sp>
        <p:nvSpPr>
          <p:cNvPr id="253" name="Google Shape;253;p18"/>
          <p:cNvSpPr txBox="1"/>
          <p:nvPr/>
        </p:nvSpPr>
        <p:spPr>
          <a:xfrm>
            <a:off x="838200" y="1407205"/>
            <a:ext cx="10515600" cy="918139"/>
          </a:xfrm>
          <a:prstGeom prst="rect">
            <a:avLst/>
          </a:prstGeom>
          <a:noFill/>
          <a:ln>
            <a:noFill/>
          </a:ln>
        </p:spPr>
        <p:txBody>
          <a:bodyPr anchorCtr="0" anchor="ctr" bIns="45700" lIns="91425" spcFirstLastPara="1" rIns="91425" wrap="square" tIns="45700">
            <a:normAutofit fontScale="97500"/>
          </a:bodyPr>
          <a:lstStyle/>
          <a:p>
            <a:pPr indent="0" lvl="0" marL="0" marR="0" rtl="0" algn="l">
              <a:spcBef>
                <a:spcPts val="0"/>
              </a:spcBef>
              <a:spcAft>
                <a:spcPts val="0"/>
              </a:spcAft>
              <a:buClr>
                <a:srgbClr val="80799A"/>
              </a:buClr>
              <a:buSzPct val="100000"/>
              <a:buFont typeface="Century Gothic"/>
              <a:buNone/>
            </a:pPr>
            <a:r>
              <a:rPr b="1" i="0" lang="en-GB" sz="3600" u="none" cap="none" strike="noStrike">
                <a:solidFill>
                  <a:srgbClr val="80799A"/>
                </a:solidFill>
                <a:latin typeface="Century Gothic"/>
                <a:ea typeface="Century Gothic"/>
                <a:cs typeface="Century Gothic"/>
                <a:sym typeface="Century Gothic"/>
              </a:rPr>
              <a:t>Pre-Processing </a:t>
            </a:r>
            <a:endParaRPr b="1" i="0" sz="3600" u="none" cap="none" strike="noStrike">
              <a:solidFill>
                <a:srgbClr val="80799A"/>
              </a:solidFill>
              <a:latin typeface="Century Gothic"/>
              <a:ea typeface="Century Gothic"/>
              <a:cs typeface="Century Gothic"/>
              <a:sym typeface="Century Gothic"/>
            </a:endParaRPr>
          </a:p>
        </p:txBody>
      </p:sp>
      <p:sp>
        <p:nvSpPr>
          <p:cNvPr id="254" name="Google Shape;254;p18"/>
          <p:cNvSpPr txBox="1"/>
          <p:nvPr/>
        </p:nvSpPr>
        <p:spPr>
          <a:xfrm>
            <a:off x="838200" y="4075446"/>
            <a:ext cx="10515600" cy="918139"/>
          </a:xfrm>
          <a:prstGeom prst="rect">
            <a:avLst/>
          </a:prstGeom>
          <a:noFill/>
          <a:ln>
            <a:noFill/>
          </a:ln>
        </p:spPr>
        <p:txBody>
          <a:bodyPr anchorCtr="0" anchor="ctr" bIns="45700" lIns="91425" spcFirstLastPara="1" rIns="91425" wrap="square" tIns="45700">
            <a:normAutofit fontScale="97500"/>
          </a:bodyPr>
          <a:lstStyle/>
          <a:p>
            <a:pPr indent="0" lvl="0" marL="0" marR="0" rtl="0" algn="l">
              <a:spcBef>
                <a:spcPts val="0"/>
              </a:spcBef>
              <a:spcAft>
                <a:spcPts val="0"/>
              </a:spcAft>
              <a:buClr>
                <a:srgbClr val="80799A"/>
              </a:buClr>
              <a:buSzPct val="100000"/>
              <a:buFont typeface="Century Gothic"/>
              <a:buNone/>
            </a:pPr>
            <a:r>
              <a:rPr b="1" i="0" lang="en-GB" sz="3600" u="none" cap="none" strike="noStrike">
                <a:solidFill>
                  <a:srgbClr val="80799A"/>
                </a:solidFill>
                <a:latin typeface="Century Gothic"/>
                <a:ea typeface="Century Gothic"/>
                <a:cs typeface="Century Gothic"/>
                <a:sym typeface="Century Gothic"/>
              </a:rPr>
              <a:t>Gan model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Feature Extraction</a:t>
            </a:r>
            <a:endParaRPr/>
          </a:p>
        </p:txBody>
      </p:sp>
      <p:sp>
        <p:nvSpPr>
          <p:cNvPr id="260" name="Google Shape;260;p19"/>
          <p:cNvSpPr txBox="1"/>
          <p:nvPr>
            <p:ph idx="1" type="body"/>
          </p:nvPr>
        </p:nvSpPr>
        <p:spPr>
          <a:xfrm>
            <a:off x="838200" y="1825625"/>
            <a:ext cx="10515600" cy="2305504"/>
          </a:xfrm>
          <a:prstGeom prst="rect">
            <a:avLst/>
          </a:prstGeom>
          <a:noFill/>
          <a:ln>
            <a:noFill/>
          </a:ln>
        </p:spPr>
        <p:txBody>
          <a:bodyPr anchorCtr="0" anchor="t" bIns="45700" lIns="91425" spcFirstLastPara="1" rIns="91425" wrap="square" tIns="45700">
            <a:normAutofit/>
          </a:bodyPr>
          <a:lstStyle/>
          <a:p>
            <a:pPr indent="-287338" lvl="0" marL="287338" rtl="0" algn="l">
              <a:lnSpc>
                <a:spcPct val="150000"/>
              </a:lnSpc>
              <a:spcBef>
                <a:spcPts val="0"/>
              </a:spcBef>
              <a:spcAft>
                <a:spcPts val="0"/>
              </a:spcAft>
              <a:buSzPts val="1960"/>
              <a:buChar char="◉"/>
            </a:pPr>
            <a:r>
              <a:rPr lang="en-GB"/>
              <a:t>Feature is extracted by CNN-LSTM model </a:t>
            </a:r>
            <a:endParaRPr/>
          </a:p>
          <a:p>
            <a:pPr indent="-287338" lvl="0" marL="287338" rtl="0" algn="l">
              <a:lnSpc>
                <a:spcPct val="150000"/>
              </a:lnSpc>
              <a:spcBef>
                <a:spcPts val="840"/>
              </a:spcBef>
              <a:spcAft>
                <a:spcPts val="0"/>
              </a:spcAft>
              <a:buSzPts val="1960"/>
              <a:buChar char="◉"/>
            </a:pPr>
            <a:r>
              <a:rPr lang="en-GB"/>
              <a:t>Some of the features are edge detection, Gray scaling, brightness, sharpness etc.</a:t>
            </a:r>
            <a:endParaRPr/>
          </a:p>
        </p:txBody>
      </p:sp>
      <p:sp>
        <p:nvSpPr>
          <p:cNvPr id="261" name="Google Shape;261;p19"/>
          <p:cNvSpPr txBox="1"/>
          <p:nvPr/>
        </p:nvSpPr>
        <p:spPr>
          <a:xfrm>
            <a:off x="838200" y="3955823"/>
            <a:ext cx="10515600" cy="881742"/>
          </a:xfrm>
          <a:prstGeom prst="rect">
            <a:avLst/>
          </a:prstGeom>
          <a:noFill/>
          <a:ln>
            <a:noFill/>
          </a:ln>
        </p:spPr>
        <p:txBody>
          <a:bodyPr anchorCtr="0" anchor="ctr" bIns="45700" lIns="91425" spcFirstLastPara="1" rIns="91425" wrap="square" tIns="45700">
            <a:normAutofit/>
          </a:bodyPr>
          <a:lstStyle/>
          <a:p>
            <a:pPr indent="0" lvl="0" marL="0" marR="0" rtl="0" algn="l">
              <a:spcBef>
                <a:spcPts val="0"/>
              </a:spcBef>
              <a:spcAft>
                <a:spcPts val="0"/>
              </a:spcAft>
              <a:buClr>
                <a:srgbClr val="80799A"/>
              </a:buClr>
              <a:buSzPts val="4400"/>
              <a:buFont typeface="Century Gothic"/>
              <a:buNone/>
            </a:pPr>
            <a:r>
              <a:rPr b="1" i="0" lang="en-GB" sz="4400" u="none" cap="none" strike="noStrike">
                <a:solidFill>
                  <a:srgbClr val="80799A"/>
                </a:solidFill>
                <a:latin typeface="Century Gothic"/>
                <a:ea typeface="Century Gothic"/>
                <a:cs typeface="Century Gothic"/>
                <a:sym typeface="Century Gothic"/>
              </a:rPr>
              <a:t>Splitting Of the Dataset</a:t>
            </a:r>
            <a:endParaRPr/>
          </a:p>
        </p:txBody>
      </p:sp>
      <p:sp>
        <p:nvSpPr>
          <p:cNvPr id="262" name="Google Shape;262;p19"/>
          <p:cNvSpPr txBox="1"/>
          <p:nvPr/>
        </p:nvSpPr>
        <p:spPr>
          <a:xfrm>
            <a:off x="838200" y="4989967"/>
            <a:ext cx="10515600" cy="2305504"/>
          </a:xfrm>
          <a:prstGeom prst="rect">
            <a:avLst/>
          </a:prstGeom>
          <a:noFill/>
          <a:ln>
            <a:noFill/>
          </a:ln>
        </p:spPr>
        <p:txBody>
          <a:bodyPr anchorCtr="0" anchor="t" bIns="45700" lIns="91425" spcFirstLastPara="1" rIns="91425" wrap="square" tIns="45700">
            <a:normAutofit/>
          </a:bodyPr>
          <a:lstStyle/>
          <a:p>
            <a:pPr indent="-287338" lvl="0" marL="287338" marR="0" rtl="0" algn="l">
              <a:lnSpc>
                <a:spcPct val="90000"/>
              </a:lnSpc>
              <a:spcBef>
                <a:spcPts val="0"/>
              </a:spcBef>
              <a:spcAft>
                <a:spcPts val="0"/>
              </a:spcAft>
              <a:buClr>
                <a:srgbClr val="514DAA"/>
              </a:buClr>
              <a:buSzPts val="1960"/>
              <a:buFont typeface="Noto Sans Symbols"/>
              <a:buChar char="◉"/>
            </a:pPr>
            <a:r>
              <a:rPr b="0" i="0" lang="en-GB" sz="2800" u="none" cap="none" strike="noStrike">
                <a:solidFill>
                  <a:schemeClr val="dk1"/>
                </a:solidFill>
                <a:latin typeface="Century Gothic"/>
                <a:ea typeface="Century Gothic"/>
                <a:cs typeface="Century Gothic"/>
                <a:sym typeface="Century Gothic"/>
              </a:rPr>
              <a:t>The dataset in splited into:</a:t>
            </a:r>
            <a:endParaRPr/>
          </a:p>
          <a:p>
            <a:pPr indent="-282575" lvl="1" marL="739775" marR="0" rtl="0" algn="l">
              <a:lnSpc>
                <a:spcPct val="90000"/>
              </a:lnSpc>
              <a:spcBef>
                <a:spcPts val="720"/>
              </a:spcBef>
              <a:spcAft>
                <a:spcPts val="0"/>
              </a:spcAft>
              <a:buClr>
                <a:srgbClr val="455673"/>
              </a:buClr>
              <a:buSzPts val="1680"/>
              <a:buFont typeface="Noto Sans Symbols"/>
              <a:buChar char="◉"/>
            </a:pPr>
            <a:r>
              <a:rPr b="0" i="0" lang="en-GB" sz="2400" u="none" cap="none" strike="noStrike">
                <a:solidFill>
                  <a:schemeClr val="dk1"/>
                </a:solidFill>
                <a:latin typeface="Century Gothic"/>
                <a:ea typeface="Century Gothic"/>
                <a:cs typeface="Century Gothic"/>
                <a:sym typeface="Century Gothic"/>
              </a:rPr>
              <a:t>80% training dataset </a:t>
            </a:r>
            <a:endParaRPr/>
          </a:p>
          <a:p>
            <a:pPr indent="-282575" lvl="1" marL="739775" marR="0" rtl="0" algn="l">
              <a:lnSpc>
                <a:spcPct val="90000"/>
              </a:lnSpc>
              <a:spcBef>
                <a:spcPts val="720"/>
              </a:spcBef>
              <a:spcAft>
                <a:spcPts val="0"/>
              </a:spcAft>
              <a:buClr>
                <a:srgbClr val="455673"/>
              </a:buClr>
              <a:buSzPts val="1680"/>
              <a:buFont typeface="Noto Sans Symbols"/>
              <a:buChar char="◉"/>
            </a:pPr>
            <a:r>
              <a:rPr b="0" i="0" lang="en-GB" sz="2400" u="none" cap="none" strike="noStrike">
                <a:solidFill>
                  <a:schemeClr val="dk1"/>
                </a:solidFill>
                <a:latin typeface="Century Gothic"/>
                <a:ea typeface="Century Gothic"/>
                <a:cs typeface="Century Gothic"/>
                <a:sym typeface="Century Gothic"/>
              </a:rPr>
              <a:t>20% testing dataset</a:t>
            </a:r>
            <a:endParaRPr/>
          </a:p>
          <a:p>
            <a:pPr indent="0" lvl="0" marL="0" marR="0" rtl="0" algn="l">
              <a:lnSpc>
                <a:spcPct val="90000"/>
              </a:lnSpc>
              <a:spcBef>
                <a:spcPts val="840"/>
              </a:spcBef>
              <a:spcAft>
                <a:spcPts val="0"/>
              </a:spcAft>
              <a:buClr>
                <a:srgbClr val="514DAA"/>
              </a:buClr>
              <a:buSzPts val="1960"/>
              <a:buFont typeface="Noto Sans Symbols"/>
              <a:buNone/>
            </a:pPr>
            <a:r>
              <a:t/>
            </a:r>
            <a:endParaRPr b="0" i="0" sz="2800" u="none" cap="none" strike="noStrike">
              <a:solidFill>
                <a:schemeClr val="dk1"/>
              </a:solidFill>
              <a:latin typeface="Century Gothic"/>
              <a:ea typeface="Century Gothic"/>
              <a:cs typeface="Century Gothic"/>
              <a:sym typeface="Century Gothic"/>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0"/>
          <p:cNvSpPr txBox="1"/>
          <p:nvPr>
            <p:ph type="title"/>
          </p:nvPr>
        </p:nvSpPr>
        <p:spPr>
          <a:xfrm>
            <a:off x="838200" y="365125"/>
            <a:ext cx="10515600" cy="843189"/>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Applying CNN LSTM resnet152</a:t>
            </a:r>
            <a:endParaRPr/>
          </a:p>
        </p:txBody>
      </p:sp>
      <p:sp>
        <p:nvSpPr>
          <p:cNvPr id="268" name="Google Shape;268;p20"/>
          <p:cNvSpPr txBox="1"/>
          <p:nvPr>
            <p:ph idx="1" type="body"/>
          </p:nvPr>
        </p:nvSpPr>
        <p:spPr>
          <a:xfrm>
            <a:off x="838200" y="1499053"/>
            <a:ext cx="10515600" cy="4993821"/>
          </a:xfrm>
          <a:prstGeom prst="rect">
            <a:avLst/>
          </a:prstGeom>
          <a:noFill/>
          <a:ln>
            <a:noFill/>
          </a:ln>
        </p:spPr>
        <p:txBody>
          <a:bodyPr anchorCtr="0" anchor="t" bIns="45700" lIns="91425" spcFirstLastPara="1" rIns="91425" wrap="square" tIns="45700">
            <a:noAutofit/>
          </a:bodyPr>
          <a:lstStyle/>
          <a:p>
            <a:pPr indent="-287338" lvl="0" marL="287338" rtl="0" algn="just">
              <a:lnSpc>
                <a:spcPct val="100000"/>
              </a:lnSpc>
              <a:spcBef>
                <a:spcPts val="0"/>
              </a:spcBef>
              <a:spcAft>
                <a:spcPts val="0"/>
              </a:spcAft>
              <a:buSzPts val="980"/>
              <a:buChar char="◉"/>
            </a:pPr>
            <a:r>
              <a:rPr b="1" lang="en-GB" sz="1400"/>
              <a:t>Convolution:</a:t>
            </a:r>
            <a:r>
              <a:rPr lang="en-GB" sz="1400"/>
              <a:t> The purpose of convolution is to extract features from the input image. It preserves the spatial relationship between pixels by learning image features using small squares of input data. It is usually followed by Relu.</a:t>
            </a:r>
            <a:endParaRPr/>
          </a:p>
          <a:p>
            <a:pPr indent="-287338" lvl="0" marL="287338" rtl="0" algn="just">
              <a:lnSpc>
                <a:spcPct val="100000"/>
              </a:lnSpc>
              <a:spcBef>
                <a:spcPts val="420"/>
              </a:spcBef>
              <a:spcAft>
                <a:spcPts val="0"/>
              </a:spcAft>
              <a:buSzPts val="980"/>
              <a:buChar char="◉"/>
            </a:pPr>
            <a:r>
              <a:rPr b="1" lang="en-GB" sz="1400"/>
              <a:t>Relu:</a:t>
            </a:r>
            <a:r>
              <a:rPr lang="en-GB" sz="1400"/>
              <a:t> It is an element-wise operation that replaces all negative pixel values in the feature map by zero. Its purpose is to introduce non-linearity in a convolution network.</a:t>
            </a:r>
            <a:endParaRPr sz="1400"/>
          </a:p>
          <a:p>
            <a:pPr indent="-287338" lvl="0" marL="287338" rtl="0" algn="just">
              <a:lnSpc>
                <a:spcPct val="100000"/>
              </a:lnSpc>
              <a:spcBef>
                <a:spcPts val="1200"/>
              </a:spcBef>
              <a:spcAft>
                <a:spcPts val="0"/>
              </a:spcAft>
              <a:buSzPts val="980"/>
              <a:buChar char="◉"/>
            </a:pPr>
            <a:r>
              <a:rPr b="1" lang="en-GB" sz="1400"/>
              <a:t>Pooling:</a:t>
            </a:r>
            <a:r>
              <a:rPr lang="en-GB" sz="1400"/>
              <a:t> Pooling (also called downsampling) reduces the dimensionality of each feature map but retains important data.</a:t>
            </a:r>
            <a:endParaRPr/>
          </a:p>
          <a:p>
            <a:pPr indent="-287338" lvl="0" marL="287338" rtl="0" algn="just">
              <a:lnSpc>
                <a:spcPct val="100000"/>
              </a:lnSpc>
              <a:spcBef>
                <a:spcPts val="2400"/>
              </a:spcBef>
              <a:spcAft>
                <a:spcPts val="0"/>
              </a:spcAft>
              <a:buSzPts val="980"/>
              <a:buChar char="◉"/>
            </a:pPr>
            <a:r>
              <a:rPr b="1" lang="en-GB" sz="1400"/>
              <a:t>LSTM</a:t>
            </a:r>
            <a:r>
              <a:rPr lang="en-GB" sz="1400"/>
              <a:t>: </a:t>
            </a:r>
            <a:r>
              <a:rPr b="0" i="0" lang="en-GB" sz="1400"/>
              <a:t>Long short-term memory is an artificial neural network used in the fields of artificial intelligence and deep learning. Unlike standard feedforward neural networks, LSTM has feedback connections. Such a recurrent neural network can process not only single data points, but also entire sequences of data.</a:t>
            </a:r>
            <a:endParaRPr sz="1400"/>
          </a:p>
          <a:p>
            <a:pPr indent="-287338" lvl="0" marL="287338" rtl="0" algn="just">
              <a:lnSpc>
                <a:spcPct val="100000"/>
              </a:lnSpc>
              <a:spcBef>
                <a:spcPts val="2400"/>
              </a:spcBef>
              <a:spcAft>
                <a:spcPts val="0"/>
              </a:spcAft>
              <a:buSzPts val="980"/>
              <a:buChar char="◉"/>
            </a:pPr>
            <a:r>
              <a:rPr b="1" lang="en-GB" sz="1400"/>
              <a:t>Fully-connected layer:</a:t>
            </a:r>
            <a:r>
              <a:rPr lang="en-GB" sz="1400"/>
              <a:t> It is a multilayer perceptron that uses the softmax function in the output layer. Its purpose is to use features from previous layers for classifying the input image into various classes based on training data.  </a:t>
            </a:r>
            <a:endParaRPr/>
          </a:p>
          <a:p>
            <a:pPr indent="-287338" lvl="0" marL="287338" rtl="0" algn="just">
              <a:lnSpc>
                <a:spcPct val="100000"/>
              </a:lnSpc>
              <a:spcBef>
                <a:spcPts val="2400"/>
              </a:spcBef>
              <a:spcAft>
                <a:spcPts val="0"/>
              </a:spcAft>
              <a:buSzPts val="980"/>
              <a:buChar char="◉"/>
            </a:pPr>
            <a:r>
              <a:rPr b="1" lang="en-GB" sz="1400"/>
              <a:t>ResNet152</a:t>
            </a:r>
            <a:r>
              <a:rPr lang="en-GB" sz="1400"/>
              <a:t>: Deeper neural networks are more difficult to train. We present a residual learning framework to ease the training of networks that are substantially deeper than those used previously. We explicitly reformulate the layers as learning residual functions with reference to the layer inputs, instead of learning unreferenced functions. We provide comprehensive empirical evidence showing that these residual networks are easier to optimize, and can gain accuracy from considerably increased depth.</a:t>
            </a:r>
            <a:endParaRPr sz="1400"/>
          </a:p>
          <a:p>
            <a:pPr indent="-225108" lvl="0" marL="287338" rtl="0" algn="l">
              <a:lnSpc>
                <a:spcPct val="100000"/>
              </a:lnSpc>
              <a:spcBef>
                <a:spcPts val="1620"/>
              </a:spcBef>
              <a:spcAft>
                <a:spcPts val="0"/>
              </a:spcAft>
              <a:buSzPts val="980"/>
              <a:buNone/>
            </a:pPr>
            <a:r>
              <a:t/>
            </a:r>
            <a:endParaRPr sz="1400"/>
          </a:p>
          <a:p>
            <a:pPr indent="-225108" lvl="0" marL="287338" rtl="0" algn="l">
              <a:lnSpc>
                <a:spcPct val="100000"/>
              </a:lnSpc>
              <a:spcBef>
                <a:spcPts val="420"/>
              </a:spcBef>
              <a:spcAft>
                <a:spcPts val="0"/>
              </a:spcAft>
              <a:buSzPts val="980"/>
              <a:buNone/>
            </a:pPr>
            <a:r>
              <a:t/>
            </a:r>
            <a:endParaRPr sz="1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Classification</a:t>
            </a:r>
            <a:endParaRPr/>
          </a:p>
        </p:txBody>
      </p:sp>
      <p:sp>
        <p:nvSpPr>
          <p:cNvPr id="274" name="Google Shape;274;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87338" lvl="0" marL="287338" rtl="0" algn="just">
              <a:lnSpc>
                <a:spcPct val="100000"/>
              </a:lnSpc>
              <a:spcBef>
                <a:spcPts val="0"/>
              </a:spcBef>
              <a:spcAft>
                <a:spcPts val="0"/>
              </a:spcAft>
              <a:buClr>
                <a:schemeClr val="accent1"/>
              </a:buClr>
              <a:buSzPts val="1600"/>
              <a:buChar char="◉"/>
            </a:pPr>
            <a:r>
              <a:rPr b="0" i="0" lang="en-GB" sz="2000" u="none" cap="none" strike="noStrike">
                <a:solidFill>
                  <a:srgbClr val="3F3F3F"/>
                </a:solidFill>
                <a:latin typeface="Century Gothic"/>
                <a:ea typeface="Century Gothic"/>
                <a:cs typeface="Century Gothic"/>
                <a:sym typeface="Century Gothic"/>
              </a:rPr>
              <a:t>Lesion location mining method is used for classification in CNN-LSTM with RESNET 152 model</a:t>
            </a:r>
            <a:endParaRPr/>
          </a:p>
          <a:p>
            <a:pPr indent="-287338" lvl="0" marL="287338" rtl="0" algn="just">
              <a:lnSpc>
                <a:spcPct val="100000"/>
              </a:lnSpc>
              <a:spcBef>
                <a:spcPts val="1000"/>
              </a:spcBef>
              <a:spcAft>
                <a:spcPts val="0"/>
              </a:spcAft>
              <a:buClr>
                <a:schemeClr val="accent1"/>
              </a:buClr>
              <a:buSzPts val="1600"/>
              <a:buChar char="◉"/>
            </a:pPr>
            <a:r>
              <a:rPr b="0" i="0" lang="en-GB" sz="2000" u="none" cap="none" strike="noStrike">
                <a:solidFill>
                  <a:srgbClr val="3F3F3F"/>
                </a:solidFill>
                <a:latin typeface="Century Gothic"/>
                <a:ea typeface="Century Gothic"/>
                <a:cs typeface="Century Gothic"/>
                <a:sym typeface="Century Gothic"/>
              </a:rPr>
              <a:t>The classification labels are:</a:t>
            </a:r>
            <a:endParaRPr/>
          </a:p>
          <a:p>
            <a:pPr indent="-282575" lvl="1" marL="739775" rtl="0" algn="l">
              <a:lnSpc>
                <a:spcPct val="90000"/>
              </a:lnSpc>
              <a:spcBef>
                <a:spcPts val="1000"/>
              </a:spcBef>
              <a:spcAft>
                <a:spcPts val="0"/>
              </a:spcAft>
              <a:buClr>
                <a:schemeClr val="accent1"/>
              </a:buClr>
              <a:buSzPts val="1600"/>
              <a:buChar char="◉"/>
            </a:pPr>
            <a:r>
              <a:rPr b="0" i="0" lang="en-GB" sz="2000" u="none" cap="none" strike="noStrike">
                <a:solidFill>
                  <a:srgbClr val="3F3F3F"/>
                </a:solidFill>
                <a:latin typeface="Century Gothic"/>
                <a:ea typeface="Century Gothic"/>
                <a:cs typeface="Century Gothic"/>
                <a:sym typeface="Century Gothic"/>
              </a:rPr>
              <a:t>dyed-lifted-polyps</a:t>
            </a:r>
            <a:endParaRPr/>
          </a:p>
          <a:p>
            <a:pPr indent="-282575" lvl="1" marL="739775" rtl="0" algn="l">
              <a:lnSpc>
                <a:spcPct val="90000"/>
              </a:lnSpc>
              <a:spcBef>
                <a:spcPts val="1000"/>
              </a:spcBef>
              <a:spcAft>
                <a:spcPts val="0"/>
              </a:spcAft>
              <a:buClr>
                <a:schemeClr val="accent1"/>
              </a:buClr>
              <a:buSzPts val="1600"/>
              <a:buChar char="◉"/>
            </a:pPr>
            <a:r>
              <a:rPr b="0" i="0" lang="en-GB" sz="2000" u="none" cap="none" strike="noStrike">
                <a:solidFill>
                  <a:srgbClr val="3F3F3F"/>
                </a:solidFill>
                <a:latin typeface="Century Gothic"/>
                <a:ea typeface="Century Gothic"/>
                <a:cs typeface="Century Gothic"/>
                <a:sym typeface="Century Gothic"/>
              </a:rPr>
              <a:t>dyed-resection-margins</a:t>
            </a:r>
            <a:endParaRPr/>
          </a:p>
          <a:p>
            <a:pPr indent="-282575" lvl="1" marL="739775" rtl="0" algn="l">
              <a:lnSpc>
                <a:spcPct val="90000"/>
              </a:lnSpc>
              <a:spcBef>
                <a:spcPts val="1000"/>
              </a:spcBef>
              <a:spcAft>
                <a:spcPts val="0"/>
              </a:spcAft>
              <a:buClr>
                <a:schemeClr val="accent1"/>
              </a:buClr>
              <a:buSzPts val="1600"/>
              <a:buChar char="◉"/>
            </a:pPr>
            <a:r>
              <a:rPr b="0" i="0" lang="en-GB" sz="2000" u="none" cap="none" strike="noStrike">
                <a:solidFill>
                  <a:srgbClr val="3F3F3F"/>
                </a:solidFill>
                <a:latin typeface="Century Gothic"/>
                <a:ea typeface="Century Gothic"/>
                <a:cs typeface="Century Gothic"/>
                <a:sym typeface="Century Gothic"/>
              </a:rPr>
              <a:t>Esophagitis</a:t>
            </a:r>
            <a:endParaRPr/>
          </a:p>
          <a:p>
            <a:pPr indent="-282575" lvl="1" marL="739775" rtl="0" algn="l">
              <a:lnSpc>
                <a:spcPct val="90000"/>
              </a:lnSpc>
              <a:spcBef>
                <a:spcPts val="1000"/>
              </a:spcBef>
              <a:spcAft>
                <a:spcPts val="0"/>
              </a:spcAft>
              <a:buClr>
                <a:schemeClr val="accent1"/>
              </a:buClr>
              <a:buSzPts val="1600"/>
              <a:buChar char="◉"/>
            </a:pPr>
            <a:r>
              <a:rPr b="0" i="0" lang="en-GB" sz="2000" u="none" cap="none" strike="noStrike">
                <a:solidFill>
                  <a:srgbClr val="3F3F3F"/>
                </a:solidFill>
                <a:latin typeface="Century Gothic"/>
                <a:ea typeface="Century Gothic"/>
                <a:cs typeface="Century Gothic"/>
                <a:sym typeface="Century Gothic"/>
              </a:rPr>
              <a:t>normal-z-line</a:t>
            </a:r>
            <a:endParaRPr/>
          </a:p>
          <a:p>
            <a:pPr indent="-282575" lvl="1" marL="739775" rtl="0" algn="l">
              <a:lnSpc>
                <a:spcPct val="90000"/>
              </a:lnSpc>
              <a:spcBef>
                <a:spcPts val="1000"/>
              </a:spcBef>
              <a:spcAft>
                <a:spcPts val="0"/>
              </a:spcAft>
              <a:buClr>
                <a:schemeClr val="accent1"/>
              </a:buClr>
              <a:buSzPts val="1600"/>
              <a:buChar char="◉"/>
            </a:pPr>
            <a:r>
              <a:rPr b="0" i="0" lang="en-GB" sz="2000" u="none" cap="none" strike="noStrike">
                <a:solidFill>
                  <a:srgbClr val="3F3F3F"/>
                </a:solidFill>
                <a:latin typeface="Century Gothic"/>
                <a:ea typeface="Century Gothic"/>
                <a:cs typeface="Century Gothic"/>
                <a:sym typeface="Century Gothic"/>
              </a:rPr>
              <a:t>polyps</a:t>
            </a:r>
            <a:endParaRPr/>
          </a:p>
          <a:p>
            <a:pPr indent="-282575" lvl="1" marL="739775" rtl="0" algn="l">
              <a:lnSpc>
                <a:spcPct val="90000"/>
              </a:lnSpc>
              <a:spcBef>
                <a:spcPts val="1000"/>
              </a:spcBef>
              <a:spcAft>
                <a:spcPts val="0"/>
              </a:spcAft>
              <a:buClr>
                <a:schemeClr val="accent1"/>
              </a:buClr>
              <a:buSzPts val="1600"/>
              <a:buChar char="◉"/>
            </a:pPr>
            <a:r>
              <a:rPr b="0" i="0" lang="en-GB" sz="2000" u="none" cap="none" strike="noStrike">
                <a:solidFill>
                  <a:srgbClr val="3F3F3F"/>
                </a:solidFill>
                <a:latin typeface="Century Gothic"/>
                <a:ea typeface="Century Gothic"/>
                <a:cs typeface="Century Gothic"/>
                <a:sym typeface="Century Gothic"/>
              </a:rPr>
              <a:t>ulcerative-colitis</a:t>
            </a:r>
            <a:endParaRPr/>
          </a:p>
          <a:p>
            <a:pPr indent="-162878" lvl="0" marL="287338" rtl="0" algn="l">
              <a:lnSpc>
                <a:spcPct val="90000"/>
              </a:lnSpc>
              <a:spcBef>
                <a:spcPts val="840"/>
              </a:spcBef>
              <a:spcAft>
                <a:spcPts val="0"/>
              </a:spcAft>
              <a:buSzPts val="196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Metrics</a:t>
            </a:r>
            <a:endParaRPr/>
          </a:p>
        </p:txBody>
      </p:sp>
      <p:sp>
        <p:nvSpPr>
          <p:cNvPr id="280" name="Google Shape;280;p22"/>
          <p:cNvSpPr txBox="1"/>
          <p:nvPr>
            <p:ph idx="1" type="body"/>
          </p:nvPr>
        </p:nvSpPr>
        <p:spPr>
          <a:xfrm>
            <a:off x="838200" y="1825624"/>
            <a:ext cx="10515600" cy="4068989"/>
          </a:xfrm>
          <a:prstGeom prst="rect">
            <a:avLst/>
          </a:prstGeom>
          <a:noFill/>
          <a:ln>
            <a:noFill/>
          </a:ln>
        </p:spPr>
        <p:txBody>
          <a:bodyPr anchorCtr="0" anchor="t" bIns="45700" lIns="91425" spcFirstLastPara="1" rIns="91425" wrap="square" tIns="45700">
            <a:noAutofit/>
          </a:bodyPr>
          <a:lstStyle/>
          <a:p>
            <a:pPr indent="-287338" lvl="0" marL="287338" rtl="0" algn="just">
              <a:lnSpc>
                <a:spcPct val="100000"/>
              </a:lnSpc>
              <a:spcBef>
                <a:spcPts val="0"/>
              </a:spcBef>
              <a:spcAft>
                <a:spcPts val="0"/>
              </a:spcAft>
              <a:buSzPts val="1120"/>
              <a:buChar char="◉"/>
            </a:pPr>
            <a:r>
              <a:rPr lang="en-GB" sz="1600"/>
              <a:t>Precision = TP/(TP+FP)</a:t>
            </a:r>
            <a:endParaRPr/>
          </a:p>
          <a:p>
            <a:pPr indent="-287338" lvl="0" marL="287338" rtl="0" algn="just">
              <a:lnSpc>
                <a:spcPct val="100000"/>
              </a:lnSpc>
              <a:spcBef>
                <a:spcPts val="480"/>
              </a:spcBef>
              <a:spcAft>
                <a:spcPts val="0"/>
              </a:spcAft>
              <a:buSzPts val="1120"/>
              <a:buChar char="◉"/>
            </a:pPr>
            <a:r>
              <a:rPr b="0" i="0" lang="en-GB" sz="1600">
                <a:solidFill>
                  <a:srgbClr val="292929"/>
                </a:solidFill>
                <a:latin typeface="Trebuchet MS"/>
                <a:ea typeface="Trebuchet MS"/>
                <a:cs typeface="Trebuchet MS"/>
                <a:sym typeface="Trebuchet MS"/>
              </a:rPr>
              <a:t>The precision value lies between 0 and 1.</a:t>
            </a:r>
            <a:endParaRPr/>
          </a:p>
          <a:p>
            <a:pPr indent="-287338" lvl="0" marL="287338" rtl="0" algn="just">
              <a:lnSpc>
                <a:spcPct val="100000"/>
              </a:lnSpc>
              <a:spcBef>
                <a:spcPts val="480"/>
              </a:spcBef>
              <a:spcAft>
                <a:spcPts val="0"/>
              </a:spcAft>
              <a:buSzPts val="1120"/>
              <a:buChar char="◉"/>
            </a:pPr>
            <a:r>
              <a:rPr lang="en-GB" sz="1600">
                <a:solidFill>
                  <a:srgbClr val="292929"/>
                </a:solidFill>
                <a:latin typeface="Trebuchet MS"/>
                <a:ea typeface="Trebuchet MS"/>
                <a:cs typeface="Trebuchet MS"/>
                <a:sym typeface="Trebuchet MS"/>
              </a:rPr>
              <a:t>Recall = TP/(TP+FN)</a:t>
            </a:r>
            <a:endParaRPr/>
          </a:p>
          <a:p>
            <a:pPr indent="-287338" lvl="0" marL="287338" rtl="0" algn="just">
              <a:lnSpc>
                <a:spcPct val="100000"/>
              </a:lnSpc>
              <a:spcBef>
                <a:spcPts val="480"/>
              </a:spcBef>
              <a:spcAft>
                <a:spcPts val="0"/>
              </a:spcAft>
              <a:buSzPts val="1120"/>
              <a:buChar char="◉"/>
            </a:pPr>
            <a:r>
              <a:rPr b="1" i="0" lang="en-GB" sz="1600">
                <a:solidFill>
                  <a:srgbClr val="292929"/>
                </a:solidFill>
                <a:latin typeface="Century Gothic"/>
                <a:ea typeface="Century Gothic"/>
                <a:cs typeface="Century Gothic"/>
                <a:sym typeface="Century Gothic"/>
              </a:rPr>
              <a:t>True Positive</a:t>
            </a:r>
            <a:r>
              <a:rPr b="0" i="0" lang="en-GB" sz="1600">
                <a:solidFill>
                  <a:srgbClr val="292929"/>
                </a:solidFill>
                <a:latin typeface="Century Gothic"/>
                <a:ea typeface="Century Gothic"/>
                <a:cs typeface="Century Gothic"/>
                <a:sym typeface="Century Gothic"/>
              </a:rPr>
              <a:t> </a:t>
            </a:r>
            <a:r>
              <a:rPr b="1" i="0" lang="en-GB" sz="1600">
                <a:solidFill>
                  <a:srgbClr val="292929"/>
                </a:solidFill>
                <a:latin typeface="Century Gothic"/>
                <a:ea typeface="Century Gothic"/>
                <a:cs typeface="Century Gothic"/>
                <a:sym typeface="Century Gothic"/>
              </a:rPr>
              <a:t>(TP)</a:t>
            </a:r>
            <a:r>
              <a:rPr b="0" i="0" lang="en-GB" sz="1600">
                <a:solidFill>
                  <a:srgbClr val="292929"/>
                </a:solidFill>
                <a:latin typeface="Century Gothic"/>
                <a:ea typeface="Century Gothic"/>
                <a:cs typeface="Century Gothic"/>
                <a:sym typeface="Century Gothic"/>
              </a:rPr>
              <a:t> — model correctly predicts the positive class (prediction and actual both are positive).</a:t>
            </a:r>
            <a:endParaRPr/>
          </a:p>
          <a:p>
            <a:pPr indent="-287338" lvl="0" marL="287338" rtl="0" algn="just">
              <a:lnSpc>
                <a:spcPct val="100000"/>
              </a:lnSpc>
              <a:spcBef>
                <a:spcPts val="480"/>
              </a:spcBef>
              <a:spcAft>
                <a:spcPts val="0"/>
              </a:spcAft>
              <a:buSzPts val="1120"/>
              <a:buChar char="◉"/>
            </a:pPr>
            <a:r>
              <a:rPr b="1" i="0" lang="en-GB" sz="1600">
                <a:solidFill>
                  <a:srgbClr val="292929"/>
                </a:solidFill>
                <a:latin typeface="Century Gothic"/>
                <a:ea typeface="Century Gothic"/>
                <a:cs typeface="Century Gothic"/>
                <a:sym typeface="Century Gothic"/>
              </a:rPr>
              <a:t>True Negative (TN)</a:t>
            </a:r>
            <a:r>
              <a:rPr b="0" i="0" lang="en-GB" sz="1600">
                <a:solidFill>
                  <a:srgbClr val="292929"/>
                </a:solidFill>
                <a:latin typeface="Century Gothic"/>
                <a:ea typeface="Century Gothic"/>
                <a:cs typeface="Century Gothic"/>
                <a:sym typeface="Century Gothic"/>
              </a:rPr>
              <a:t> — model correctly predicts the negative class (prediction and actual both are negative). </a:t>
            </a:r>
            <a:endParaRPr/>
          </a:p>
          <a:p>
            <a:pPr indent="-287338" lvl="0" marL="287338" rtl="0" algn="just">
              <a:lnSpc>
                <a:spcPct val="100000"/>
              </a:lnSpc>
              <a:spcBef>
                <a:spcPts val="480"/>
              </a:spcBef>
              <a:spcAft>
                <a:spcPts val="0"/>
              </a:spcAft>
              <a:buSzPts val="1120"/>
              <a:buChar char="◉"/>
            </a:pPr>
            <a:r>
              <a:rPr b="1" i="0" lang="en-GB" sz="1600">
                <a:solidFill>
                  <a:srgbClr val="292929"/>
                </a:solidFill>
                <a:latin typeface="Century Gothic"/>
                <a:ea typeface="Century Gothic"/>
                <a:cs typeface="Century Gothic"/>
                <a:sym typeface="Century Gothic"/>
              </a:rPr>
              <a:t>False Positive (FP)</a:t>
            </a:r>
            <a:r>
              <a:rPr b="0" i="0" lang="en-GB" sz="1600">
                <a:solidFill>
                  <a:srgbClr val="292929"/>
                </a:solidFill>
                <a:latin typeface="Century Gothic"/>
                <a:ea typeface="Century Gothic"/>
                <a:cs typeface="Century Gothic"/>
                <a:sym typeface="Century Gothic"/>
              </a:rPr>
              <a:t> — model gives the wrong prediction of the negative class (predicted-positive, actual-negative).</a:t>
            </a:r>
            <a:endParaRPr sz="1600">
              <a:solidFill>
                <a:srgbClr val="292929"/>
              </a:solidFill>
              <a:latin typeface="Century Gothic"/>
              <a:ea typeface="Century Gothic"/>
              <a:cs typeface="Century Gothic"/>
              <a:sym typeface="Century Gothic"/>
            </a:endParaRPr>
          </a:p>
          <a:p>
            <a:pPr indent="-287338" lvl="0" marL="287338" rtl="0" algn="just">
              <a:lnSpc>
                <a:spcPct val="100000"/>
              </a:lnSpc>
              <a:spcBef>
                <a:spcPts val="480"/>
              </a:spcBef>
              <a:spcAft>
                <a:spcPts val="0"/>
              </a:spcAft>
              <a:buSzPts val="1120"/>
              <a:buChar char="◉"/>
            </a:pPr>
            <a:r>
              <a:rPr b="1" i="0" lang="en-GB" sz="1600">
                <a:solidFill>
                  <a:srgbClr val="292929"/>
                </a:solidFill>
                <a:latin typeface="Century Gothic"/>
                <a:ea typeface="Century Gothic"/>
                <a:cs typeface="Century Gothic"/>
                <a:sym typeface="Century Gothic"/>
              </a:rPr>
              <a:t>False Negative (FN)</a:t>
            </a:r>
            <a:r>
              <a:rPr b="0" i="0" lang="en-GB" sz="1600">
                <a:solidFill>
                  <a:srgbClr val="292929"/>
                </a:solidFill>
                <a:latin typeface="Century Gothic"/>
                <a:ea typeface="Century Gothic"/>
                <a:cs typeface="Century Gothic"/>
                <a:sym typeface="Century Gothic"/>
              </a:rPr>
              <a:t> — model wrongly predicts the positive class (predicted-negative, actual-positive). </a:t>
            </a:r>
            <a:endParaRPr/>
          </a:p>
          <a:p>
            <a:pPr indent="-287338" lvl="0" marL="287338" rtl="0" algn="just">
              <a:lnSpc>
                <a:spcPct val="100000"/>
              </a:lnSpc>
              <a:spcBef>
                <a:spcPts val="480"/>
              </a:spcBef>
              <a:spcAft>
                <a:spcPts val="0"/>
              </a:spcAft>
              <a:buSzPts val="1120"/>
              <a:buChar char="◉"/>
            </a:pPr>
            <a:r>
              <a:rPr b="0" i="0" lang="en-GB" sz="1600">
                <a:solidFill>
                  <a:srgbClr val="292929"/>
                </a:solidFill>
                <a:latin typeface="Arial"/>
                <a:ea typeface="Arial"/>
                <a:cs typeface="Arial"/>
                <a:sym typeface="Arial"/>
              </a:rPr>
              <a:t>F1 score gives the same weightage to recall and precision.</a:t>
            </a:r>
            <a:endParaRPr sz="1600">
              <a:latin typeface="Century Gothic"/>
              <a:ea typeface="Century Gothic"/>
              <a:cs typeface="Century Gothic"/>
              <a:sym typeface="Century Gothic"/>
            </a:endParaRPr>
          </a:p>
          <a:p>
            <a:pPr indent="-216218" lvl="0" marL="287338" rtl="0" algn="l">
              <a:lnSpc>
                <a:spcPct val="100000"/>
              </a:lnSpc>
              <a:spcBef>
                <a:spcPts val="480"/>
              </a:spcBef>
              <a:spcAft>
                <a:spcPts val="0"/>
              </a:spcAft>
              <a:buSzPts val="1120"/>
              <a:buNone/>
            </a:pPr>
            <a:r>
              <a:t/>
            </a:r>
            <a:endParaRPr sz="1600"/>
          </a:p>
        </p:txBody>
      </p:sp>
      <p:pic>
        <p:nvPicPr>
          <p:cNvPr id="281" name="Google Shape;281;p22"/>
          <p:cNvPicPr preferRelativeResize="0"/>
          <p:nvPr/>
        </p:nvPicPr>
        <p:blipFill rotWithShape="1">
          <a:blip r:embed="rId3">
            <a:alphaModFix/>
          </a:blip>
          <a:srcRect b="0" l="0" r="0" t="0"/>
          <a:stretch/>
        </p:blipFill>
        <p:spPr>
          <a:xfrm>
            <a:off x="3595687" y="5894613"/>
            <a:ext cx="5000625" cy="8667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Input and output </a:t>
            </a:r>
            <a:endParaRPr/>
          </a:p>
        </p:txBody>
      </p:sp>
      <p:sp>
        <p:nvSpPr>
          <p:cNvPr id="287" name="Google Shape;287;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87338" lvl="0" marL="287338" rtl="0" algn="l">
              <a:lnSpc>
                <a:spcPct val="90000"/>
              </a:lnSpc>
              <a:spcBef>
                <a:spcPts val="0"/>
              </a:spcBef>
              <a:spcAft>
                <a:spcPts val="0"/>
              </a:spcAft>
              <a:buSzPts val="1960"/>
              <a:buChar char="◉"/>
            </a:pPr>
            <a:r>
              <a:rPr lang="en-GB" sz="2800"/>
              <a:t>Input:</a:t>
            </a:r>
            <a:endParaRPr/>
          </a:p>
          <a:p>
            <a:pPr indent="-282575" lvl="1" marL="739775" rtl="0" algn="l">
              <a:lnSpc>
                <a:spcPct val="90000"/>
              </a:lnSpc>
              <a:spcBef>
                <a:spcPts val="840"/>
              </a:spcBef>
              <a:spcAft>
                <a:spcPts val="0"/>
              </a:spcAft>
              <a:buSzPts val="1960"/>
              <a:buChar char="◉"/>
            </a:pPr>
            <a:r>
              <a:rPr lang="en-GB" sz="2800"/>
              <a:t>The continuous picture of an endoscopic test is given to the machine </a:t>
            </a:r>
            <a:endParaRPr/>
          </a:p>
          <a:p>
            <a:pPr indent="-282575" lvl="1" marL="739775" rtl="0" algn="l">
              <a:lnSpc>
                <a:spcPct val="90000"/>
              </a:lnSpc>
              <a:spcBef>
                <a:spcPts val="840"/>
              </a:spcBef>
              <a:spcAft>
                <a:spcPts val="0"/>
              </a:spcAft>
              <a:buSzPts val="1960"/>
              <a:buChar char="◉"/>
            </a:pPr>
            <a:r>
              <a:rPr lang="en-GB" sz="2800"/>
              <a:t> 3000 images of GI tract with abnormalities</a:t>
            </a:r>
            <a:endParaRPr/>
          </a:p>
          <a:p>
            <a:pPr indent="-282575" lvl="1" marL="739775" rtl="0" algn="l">
              <a:lnSpc>
                <a:spcPct val="90000"/>
              </a:lnSpc>
              <a:spcBef>
                <a:spcPts val="840"/>
              </a:spcBef>
              <a:spcAft>
                <a:spcPts val="0"/>
              </a:spcAft>
              <a:buSzPts val="1960"/>
              <a:buChar char="◉"/>
            </a:pPr>
            <a:r>
              <a:rPr lang="en-GB" sz="2800"/>
              <a:t>This dataset is used from kaggle</a:t>
            </a:r>
            <a:endParaRPr sz="2800"/>
          </a:p>
          <a:p>
            <a:pPr indent="-287338" lvl="0" marL="287338" rtl="0" algn="l">
              <a:lnSpc>
                <a:spcPct val="90000"/>
              </a:lnSpc>
              <a:spcBef>
                <a:spcPts val="840"/>
              </a:spcBef>
              <a:spcAft>
                <a:spcPts val="0"/>
              </a:spcAft>
              <a:buSzPts val="1960"/>
              <a:buChar char="◉"/>
            </a:pPr>
            <a:r>
              <a:rPr lang="en-GB" sz="2800"/>
              <a:t>Output: </a:t>
            </a:r>
            <a:endParaRPr/>
          </a:p>
          <a:p>
            <a:pPr indent="-282575" lvl="1" marL="739775" rtl="0" algn="l">
              <a:lnSpc>
                <a:spcPct val="90000"/>
              </a:lnSpc>
              <a:spcBef>
                <a:spcPts val="720"/>
              </a:spcBef>
              <a:spcAft>
                <a:spcPts val="0"/>
              </a:spcAft>
              <a:buSzPts val="1680"/>
              <a:buChar char="◉"/>
            </a:pPr>
            <a:r>
              <a:rPr lang="en-GB"/>
              <a:t>Labelled pictures in a confusion matrix</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Hardware and software requirements </a:t>
            </a:r>
            <a:endParaRPr/>
          </a:p>
        </p:txBody>
      </p:sp>
      <p:sp>
        <p:nvSpPr>
          <p:cNvPr id="293" name="Google Shape;293;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87338" lvl="0" marL="287338" rtl="0" algn="just">
              <a:lnSpc>
                <a:spcPct val="90000"/>
              </a:lnSpc>
              <a:spcBef>
                <a:spcPts val="0"/>
              </a:spcBef>
              <a:spcAft>
                <a:spcPts val="0"/>
              </a:spcAft>
              <a:buSzPts val="1960"/>
              <a:buChar char="◉"/>
            </a:pPr>
            <a:r>
              <a:rPr lang="en-GB" sz="2800">
                <a:solidFill>
                  <a:schemeClr val="dk1"/>
                </a:solidFill>
              </a:rPr>
              <a:t>Hardware requirements:</a:t>
            </a:r>
            <a:endParaRPr/>
          </a:p>
          <a:p>
            <a:pPr indent="-287338" lvl="0" marL="287338" rtl="0" algn="just">
              <a:lnSpc>
                <a:spcPct val="90000"/>
              </a:lnSpc>
              <a:spcBef>
                <a:spcPts val="840"/>
              </a:spcBef>
              <a:spcAft>
                <a:spcPts val="0"/>
              </a:spcAft>
              <a:buSzPts val="1960"/>
              <a:buChar char="◉"/>
            </a:pPr>
            <a:r>
              <a:rPr lang="en-GB" sz="2800">
                <a:solidFill>
                  <a:schemeClr val="dk1"/>
                </a:solidFill>
              </a:rPr>
              <a:t>		RAM: Minimum 4GB</a:t>
            </a:r>
            <a:endParaRPr/>
          </a:p>
          <a:p>
            <a:pPr indent="-287338" lvl="0" marL="287338" rtl="0" algn="just">
              <a:lnSpc>
                <a:spcPct val="90000"/>
              </a:lnSpc>
              <a:spcBef>
                <a:spcPts val="840"/>
              </a:spcBef>
              <a:spcAft>
                <a:spcPts val="0"/>
              </a:spcAft>
              <a:buSzPts val="1960"/>
              <a:buChar char="◉"/>
            </a:pPr>
            <a:r>
              <a:rPr lang="en-GB" sz="2800">
                <a:solidFill>
                  <a:schemeClr val="dk1"/>
                </a:solidFill>
              </a:rPr>
              <a:t>		ROM:256 GB</a:t>
            </a:r>
            <a:endParaRPr/>
          </a:p>
          <a:p>
            <a:pPr indent="-287338" lvl="0" marL="287338" rtl="0" algn="just">
              <a:lnSpc>
                <a:spcPct val="90000"/>
              </a:lnSpc>
              <a:spcBef>
                <a:spcPts val="840"/>
              </a:spcBef>
              <a:spcAft>
                <a:spcPts val="0"/>
              </a:spcAft>
              <a:buSzPts val="1960"/>
              <a:buChar char="◉"/>
            </a:pPr>
            <a:r>
              <a:rPr lang="en-GB" sz="2800">
                <a:solidFill>
                  <a:schemeClr val="dk1"/>
                </a:solidFill>
              </a:rPr>
              <a:t>Software requirements:</a:t>
            </a:r>
            <a:endParaRPr/>
          </a:p>
          <a:p>
            <a:pPr indent="-287338" lvl="0" marL="287338" rtl="0" algn="just">
              <a:lnSpc>
                <a:spcPct val="90000"/>
              </a:lnSpc>
              <a:spcBef>
                <a:spcPts val="1000"/>
              </a:spcBef>
              <a:spcAft>
                <a:spcPts val="0"/>
              </a:spcAft>
              <a:buSzPts val="1960"/>
              <a:buChar char="◉"/>
            </a:pPr>
            <a:r>
              <a:rPr b="0" i="0" lang="en-GB" sz="2800" u="none" strike="noStrike">
                <a:solidFill>
                  <a:schemeClr val="dk1"/>
                </a:solidFill>
              </a:rPr>
              <a:t>		Operating System:  64 Bit(Windows  8/10/11)</a:t>
            </a:r>
            <a:endParaRPr/>
          </a:p>
          <a:p>
            <a:pPr indent="-287338" lvl="0" marL="287338" rtl="0" algn="just">
              <a:lnSpc>
                <a:spcPct val="90000"/>
              </a:lnSpc>
              <a:spcBef>
                <a:spcPts val="1000"/>
              </a:spcBef>
              <a:spcAft>
                <a:spcPts val="0"/>
              </a:spcAft>
              <a:buSzPts val="1960"/>
              <a:buChar char="◉"/>
            </a:pPr>
            <a:r>
              <a:rPr lang="en-GB" sz="2800">
                <a:solidFill>
                  <a:schemeClr val="dk1"/>
                </a:solidFill>
              </a:rPr>
              <a:t>		Platform : Python , Google Colab , jupyter 			notebook</a:t>
            </a:r>
            <a:endParaRPr b="0" i="0" sz="2800" u="none" strike="noStrike">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5"/>
          <p:cNvSpPr txBox="1"/>
          <p:nvPr>
            <p:ph type="title"/>
          </p:nvPr>
        </p:nvSpPr>
        <p:spPr>
          <a:xfrm>
            <a:off x="838200" y="241111"/>
            <a:ext cx="10515600" cy="719871"/>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rgbClr val="80799A"/>
              </a:buClr>
              <a:buSzPct val="100000"/>
              <a:buFont typeface="Century Gothic"/>
              <a:buNone/>
            </a:pPr>
            <a:r>
              <a:rPr lang="en-GB"/>
              <a:t>Implementation Of Existing System</a:t>
            </a:r>
            <a:endParaRPr/>
          </a:p>
        </p:txBody>
      </p:sp>
      <p:pic>
        <p:nvPicPr>
          <p:cNvPr id="299" name="Google Shape;299;p25"/>
          <p:cNvPicPr preferRelativeResize="0"/>
          <p:nvPr/>
        </p:nvPicPr>
        <p:blipFill rotWithShape="1">
          <a:blip r:embed="rId3">
            <a:alphaModFix/>
          </a:blip>
          <a:srcRect b="0" l="0" r="0" t="0"/>
          <a:stretch/>
        </p:blipFill>
        <p:spPr>
          <a:xfrm>
            <a:off x="575492" y="1186881"/>
            <a:ext cx="11041016" cy="543000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p26"/>
          <p:cNvPicPr preferRelativeResize="0"/>
          <p:nvPr/>
        </p:nvPicPr>
        <p:blipFill rotWithShape="1">
          <a:blip r:embed="rId3">
            <a:alphaModFix/>
          </a:blip>
          <a:srcRect b="0" l="0" r="0" t="0"/>
          <a:stretch/>
        </p:blipFill>
        <p:spPr>
          <a:xfrm>
            <a:off x="201981" y="239538"/>
            <a:ext cx="5525692" cy="3746444"/>
          </a:xfrm>
          <a:prstGeom prst="rect">
            <a:avLst/>
          </a:prstGeom>
          <a:noFill/>
          <a:ln>
            <a:noFill/>
          </a:ln>
        </p:spPr>
      </p:pic>
      <p:pic>
        <p:nvPicPr>
          <p:cNvPr id="305" name="Google Shape;305;p26"/>
          <p:cNvPicPr preferRelativeResize="0"/>
          <p:nvPr/>
        </p:nvPicPr>
        <p:blipFill rotWithShape="1">
          <a:blip r:embed="rId4">
            <a:alphaModFix/>
          </a:blip>
          <a:srcRect b="0" l="0" r="0" t="0"/>
          <a:stretch/>
        </p:blipFill>
        <p:spPr>
          <a:xfrm>
            <a:off x="5727673" y="369957"/>
            <a:ext cx="2657846" cy="4677428"/>
          </a:xfrm>
          <a:prstGeom prst="rect">
            <a:avLst/>
          </a:prstGeom>
          <a:noFill/>
          <a:ln>
            <a:noFill/>
          </a:ln>
        </p:spPr>
      </p:pic>
      <p:sp>
        <p:nvSpPr>
          <p:cNvPr id="306" name="Google Shape;306;p26"/>
          <p:cNvSpPr txBox="1"/>
          <p:nvPr/>
        </p:nvSpPr>
        <p:spPr>
          <a:xfrm>
            <a:off x="896215" y="4239054"/>
            <a:ext cx="1567543" cy="369332"/>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800" u="none" cap="none" strike="noStrike">
                <a:solidFill>
                  <a:schemeClr val="dk1"/>
                </a:solidFill>
                <a:latin typeface="Century Gothic"/>
                <a:ea typeface="Century Gothic"/>
                <a:cs typeface="Century Gothic"/>
                <a:sym typeface="Century Gothic"/>
              </a:rPr>
              <a:t>HSV SRGAN</a:t>
            </a:r>
            <a:endParaRPr/>
          </a:p>
        </p:txBody>
      </p:sp>
      <p:sp>
        <p:nvSpPr>
          <p:cNvPr id="307" name="Google Shape;307;p26"/>
          <p:cNvSpPr txBox="1"/>
          <p:nvPr/>
        </p:nvSpPr>
        <p:spPr>
          <a:xfrm>
            <a:off x="6566738" y="5177804"/>
            <a:ext cx="979715" cy="369332"/>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SRGAN</a:t>
            </a:r>
            <a:endParaRPr/>
          </a:p>
        </p:txBody>
      </p:sp>
      <p:pic>
        <p:nvPicPr>
          <p:cNvPr id="308" name="Google Shape;308;p26"/>
          <p:cNvPicPr preferRelativeResize="0"/>
          <p:nvPr/>
        </p:nvPicPr>
        <p:blipFill rotWithShape="1">
          <a:blip r:embed="rId5">
            <a:alphaModFix/>
          </a:blip>
          <a:srcRect b="0" l="0" r="0" t="0"/>
          <a:stretch/>
        </p:blipFill>
        <p:spPr>
          <a:xfrm>
            <a:off x="8385519" y="369957"/>
            <a:ext cx="3484015" cy="5177179"/>
          </a:xfrm>
          <a:prstGeom prst="rect">
            <a:avLst/>
          </a:prstGeom>
          <a:noFill/>
          <a:ln>
            <a:noFill/>
          </a:ln>
        </p:spPr>
      </p:pic>
      <p:sp>
        <p:nvSpPr>
          <p:cNvPr id="309" name="Google Shape;309;p26"/>
          <p:cNvSpPr txBox="1"/>
          <p:nvPr/>
        </p:nvSpPr>
        <p:spPr>
          <a:xfrm>
            <a:off x="8588829" y="5829300"/>
            <a:ext cx="3280705" cy="369332"/>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Super Resolution Image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27"/>
          <p:cNvPicPr preferRelativeResize="0"/>
          <p:nvPr/>
        </p:nvPicPr>
        <p:blipFill rotWithShape="1">
          <a:blip r:embed="rId3">
            <a:alphaModFix/>
          </a:blip>
          <a:srcRect b="0" l="0" r="0" t="0"/>
          <a:stretch/>
        </p:blipFill>
        <p:spPr>
          <a:xfrm>
            <a:off x="0" y="0"/>
            <a:ext cx="4542407" cy="3882173"/>
          </a:xfrm>
          <a:prstGeom prst="rect">
            <a:avLst/>
          </a:prstGeom>
          <a:noFill/>
          <a:ln>
            <a:noFill/>
          </a:ln>
        </p:spPr>
      </p:pic>
      <p:pic>
        <p:nvPicPr>
          <p:cNvPr id="315" name="Google Shape;315;p27"/>
          <p:cNvPicPr preferRelativeResize="0"/>
          <p:nvPr/>
        </p:nvPicPr>
        <p:blipFill rotWithShape="1">
          <a:blip r:embed="rId4">
            <a:alphaModFix/>
          </a:blip>
          <a:srcRect b="0" l="0" r="0" t="0"/>
          <a:stretch/>
        </p:blipFill>
        <p:spPr>
          <a:xfrm>
            <a:off x="5380674" y="0"/>
            <a:ext cx="6811326" cy="3953427"/>
          </a:xfrm>
          <a:prstGeom prst="rect">
            <a:avLst/>
          </a:prstGeom>
          <a:noFill/>
          <a:ln>
            <a:noFill/>
          </a:ln>
        </p:spPr>
      </p:pic>
      <p:pic>
        <p:nvPicPr>
          <p:cNvPr id="316" name="Google Shape;316;p27"/>
          <p:cNvPicPr preferRelativeResize="0"/>
          <p:nvPr/>
        </p:nvPicPr>
        <p:blipFill rotWithShape="1">
          <a:blip r:embed="rId5">
            <a:alphaModFix/>
          </a:blip>
          <a:srcRect b="0" l="0" r="0" t="0"/>
          <a:stretch/>
        </p:blipFill>
        <p:spPr>
          <a:xfrm>
            <a:off x="1532" y="4133470"/>
            <a:ext cx="4667901" cy="2724530"/>
          </a:xfrm>
          <a:prstGeom prst="rect">
            <a:avLst/>
          </a:prstGeom>
          <a:noFill/>
          <a:ln>
            <a:noFill/>
          </a:ln>
        </p:spPr>
      </p:pic>
      <p:pic>
        <p:nvPicPr>
          <p:cNvPr id="317" name="Google Shape;317;p27"/>
          <p:cNvPicPr preferRelativeResize="0"/>
          <p:nvPr/>
        </p:nvPicPr>
        <p:blipFill rotWithShape="1">
          <a:blip r:embed="rId6">
            <a:alphaModFix/>
          </a:blip>
          <a:srcRect b="0" l="0" r="0" t="0"/>
          <a:stretch/>
        </p:blipFill>
        <p:spPr>
          <a:xfrm>
            <a:off x="5913995" y="3882173"/>
            <a:ext cx="5001323" cy="293410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Implementation of proposed work</a:t>
            </a:r>
            <a:endParaRPr/>
          </a:p>
        </p:txBody>
      </p:sp>
      <p:pic>
        <p:nvPicPr>
          <p:cNvPr id="323" name="Google Shape;323;p28"/>
          <p:cNvPicPr preferRelativeResize="0"/>
          <p:nvPr/>
        </p:nvPicPr>
        <p:blipFill rotWithShape="1">
          <a:blip r:embed="rId3">
            <a:alphaModFix/>
          </a:blip>
          <a:srcRect b="0" l="0" r="0" t="0"/>
          <a:stretch/>
        </p:blipFill>
        <p:spPr>
          <a:xfrm>
            <a:off x="817680" y="1527377"/>
            <a:ext cx="10536120" cy="515374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29"/>
          <p:cNvPicPr preferRelativeResize="0"/>
          <p:nvPr/>
        </p:nvPicPr>
        <p:blipFill rotWithShape="1">
          <a:blip r:embed="rId3">
            <a:alphaModFix/>
          </a:blip>
          <a:srcRect b="0" l="0" r="0" t="0"/>
          <a:stretch/>
        </p:blipFill>
        <p:spPr>
          <a:xfrm>
            <a:off x="201981" y="239538"/>
            <a:ext cx="5525692" cy="3746444"/>
          </a:xfrm>
          <a:prstGeom prst="rect">
            <a:avLst/>
          </a:prstGeom>
          <a:noFill/>
          <a:ln>
            <a:noFill/>
          </a:ln>
        </p:spPr>
      </p:pic>
      <p:pic>
        <p:nvPicPr>
          <p:cNvPr id="329" name="Google Shape;329;p29"/>
          <p:cNvPicPr preferRelativeResize="0"/>
          <p:nvPr/>
        </p:nvPicPr>
        <p:blipFill rotWithShape="1">
          <a:blip r:embed="rId4">
            <a:alphaModFix/>
          </a:blip>
          <a:srcRect b="0" l="0" r="0" t="0"/>
          <a:stretch/>
        </p:blipFill>
        <p:spPr>
          <a:xfrm>
            <a:off x="5727673" y="369957"/>
            <a:ext cx="2657846" cy="4677428"/>
          </a:xfrm>
          <a:prstGeom prst="rect">
            <a:avLst/>
          </a:prstGeom>
          <a:noFill/>
          <a:ln>
            <a:noFill/>
          </a:ln>
        </p:spPr>
      </p:pic>
      <p:sp>
        <p:nvSpPr>
          <p:cNvPr id="330" name="Google Shape;330;p29"/>
          <p:cNvSpPr txBox="1"/>
          <p:nvPr/>
        </p:nvSpPr>
        <p:spPr>
          <a:xfrm>
            <a:off x="896215" y="4239054"/>
            <a:ext cx="1567543" cy="369332"/>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HSV SRGAN</a:t>
            </a:r>
            <a:endParaRPr/>
          </a:p>
        </p:txBody>
      </p:sp>
      <p:sp>
        <p:nvSpPr>
          <p:cNvPr id="331" name="Google Shape;331;p29"/>
          <p:cNvSpPr txBox="1"/>
          <p:nvPr/>
        </p:nvSpPr>
        <p:spPr>
          <a:xfrm>
            <a:off x="6566738" y="5177804"/>
            <a:ext cx="979715" cy="369332"/>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SRGAN</a:t>
            </a:r>
            <a:endParaRPr/>
          </a:p>
        </p:txBody>
      </p:sp>
      <p:pic>
        <p:nvPicPr>
          <p:cNvPr id="332" name="Google Shape;332;p29"/>
          <p:cNvPicPr preferRelativeResize="0"/>
          <p:nvPr/>
        </p:nvPicPr>
        <p:blipFill rotWithShape="1">
          <a:blip r:embed="rId5">
            <a:alphaModFix/>
          </a:blip>
          <a:srcRect b="0" l="0" r="0" t="0"/>
          <a:stretch/>
        </p:blipFill>
        <p:spPr>
          <a:xfrm>
            <a:off x="8385519" y="369957"/>
            <a:ext cx="3484015" cy="5177179"/>
          </a:xfrm>
          <a:prstGeom prst="rect">
            <a:avLst/>
          </a:prstGeom>
          <a:noFill/>
          <a:ln>
            <a:noFill/>
          </a:ln>
        </p:spPr>
      </p:pic>
      <p:sp>
        <p:nvSpPr>
          <p:cNvPr id="333" name="Google Shape;333;p29"/>
          <p:cNvSpPr txBox="1"/>
          <p:nvPr/>
        </p:nvSpPr>
        <p:spPr>
          <a:xfrm>
            <a:off x="8588829" y="5829300"/>
            <a:ext cx="3280705" cy="369332"/>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Super Resolution Image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0"/>
          <p:cNvSpPr txBox="1"/>
          <p:nvPr/>
        </p:nvSpPr>
        <p:spPr>
          <a:xfrm>
            <a:off x="1425526" y="143104"/>
            <a:ext cx="2560320" cy="369332"/>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Classification report</a:t>
            </a:r>
            <a:endParaRPr/>
          </a:p>
        </p:txBody>
      </p:sp>
      <p:sp>
        <p:nvSpPr>
          <p:cNvPr id="339" name="Google Shape;339;p30"/>
          <p:cNvSpPr txBox="1"/>
          <p:nvPr/>
        </p:nvSpPr>
        <p:spPr>
          <a:xfrm>
            <a:off x="7207348" y="143104"/>
            <a:ext cx="2640037" cy="369332"/>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Comparison Table</a:t>
            </a:r>
            <a:endParaRPr/>
          </a:p>
        </p:txBody>
      </p:sp>
      <p:pic>
        <p:nvPicPr>
          <p:cNvPr id="340" name="Google Shape;340;p30"/>
          <p:cNvPicPr preferRelativeResize="0"/>
          <p:nvPr/>
        </p:nvPicPr>
        <p:blipFill rotWithShape="1">
          <a:blip r:embed="rId3">
            <a:alphaModFix/>
          </a:blip>
          <a:srcRect b="0" l="0" r="0" t="0"/>
          <a:stretch/>
        </p:blipFill>
        <p:spPr>
          <a:xfrm>
            <a:off x="6857550" y="731096"/>
            <a:ext cx="5334450" cy="3498474"/>
          </a:xfrm>
          <a:prstGeom prst="rect">
            <a:avLst/>
          </a:prstGeom>
          <a:noFill/>
          <a:ln>
            <a:noFill/>
          </a:ln>
        </p:spPr>
      </p:pic>
      <p:pic>
        <p:nvPicPr>
          <p:cNvPr id="341" name="Google Shape;341;p30"/>
          <p:cNvPicPr preferRelativeResize="0"/>
          <p:nvPr/>
        </p:nvPicPr>
        <p:blipFill rotWithShape="1">
          <a:blip r:embed="rId4">
            <a:alphaModFix/>
          </a:blip>
          <a:srcRect b="0" l="0" r="0" t="0"/>
          <a:stretch/>
        </p:blipFill>
        <p:spPr>
          <a:xfrm>
            <a:off x="199388" y="925853"/>
            <a:ext cx="6380126" cy="31089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31"/>
          <p:cNvPicPr preferRelativeResize="0"/>
          <p:nvPr/>
        </p:nvPicPr>
        <p:blipFill rotWithShape="1">
          <a:blip r:embed="rId3">
            <a:alphaModFix/>
          </a:blip>
          <a:srcRect b="0" l="0" r="0" t="0"/>
          <a:stretch/>
        </p:blipFill>
        <p:spPr>
          <a:xfrm>
            <a:off x="498683" y="412175"/>
            <a:ext cx="4020111" cy="2629267"/>
          </a:xfrm>
          <a:prstGeom prst="rect">
            <a:avLst/>
          </a:prstGeom>
          <a:noFill/>
          <a:ln>
            <a:noFill/>
          </a:ln>
        </p:spPr>
      </p:pic>
      <p:pic>
        <p:nvPicPr>
          <p:cNvPr id="347" name="Google Shape;347;p31"/>
          <p:cNvPicPr preferRelativeResize="0"/>
          <p:nvPr/>
        </p:nvPicPr>
        <p:blipFill rotWithShape="1">
          <a:blip r:embed="rId4">
            <a:alphaModFix/>
          </a:blip>
          <a:srcRect b="0" l="0" r="0" t="0"/>
          <a:stretch/>
        </p:blipFill>
        <p:spPr>
          <a:xfrm>
            <a:off x="4518794" y="374069"/>
            <a:ext cx="3639058" cy="2705478"/>
          </a:xfrm>
          <a:prstGeom prst="rect">
            <a:avLst/>
          </a:prstGeom>
          <a:noFill/>
          <a:ln>
            <a:noFill/>
          </a:ln>
        </p:spPr>
      </p:pic>
      <p:pic>
        <p:nvPicPr>
          <p:cNvPr id="348" name="Google Shape;348;p31"/>
          <p:cNvPicPr preferRelativeResize="0"/>
          <p:nvPr/>
        </p:nvPicPr>
        <p:blipFill rotWithShape="1">
          <a:blip r:embed="rId5">
            <a:alphaModFix/>
          </a:blip>
          <a:srcRect b="0" l="0" r="0" t="0"/>
          <a:stretch/>
        </p:blipFill>
        <p:spPr>
          <a:xfrm>
            <a:off x="655867" y="3429000"/>
            <a:ext cx="3705742" cy="2715004"/>
          </a:xfrm>
          <a:prstGeom prst="rect">
            <a:avLst/>
          </a:prstGeom>
          <a:noFill/>
          <a:ln>
            <a:noFill/>
          </a:ln>
        </p:spPr>
      </p:pic>
      <p:pic>
        <p:nvPicPr>
          <p:cNvPr id="349" name="Google Shape;349;p31"/>
          <p:cNvPicPr preferRelativeResize="0"/>
          <p:nvPr/>
        </p:nvPicPr>
        <p:blipFill rotWithShape="1">
          <a:blip r:embed="rId6">
            <a:alphaModFix/>
          </a:blip>
          <a:srcRect b="0" l="0" r="0" t="0"/>
          <a:stretch/>
        </p:blipFill>
        <p:spPr>
          <a:xfrm>
            <a:off x="4556899" y="3302390"/>
            <a:ext cx="3600953" cy="2638793"/>
          </a:xfrm>
          <a:prstGeom prst="rect">
            <a:avLst/>
          </a:prstGeom>
          <a:noFill/>
          <a:ln>
            <a:noFill/>
          </a:ln>
        </p:spPr>
      </p:pic>
      <p:pic>
        <p:nvPicPr>
          <p:cNvPr id="350" name="Google Shape;350;p31"/>
          <p:cNvPicPr preferRelativeResize="0"/>
          <p:nvPr/>
        </p:nvPicPr>
        <p:blipFill rotWithShape="1">
          <a:blip r:embed="rId7">
            <a:alphaModFix/>
          </a:blip>
          <a:srcRect b="0" l="0" r="0" t="0"/>
          <a:stretch/>
        </p:blipFill>
        <p:spPr>
          <a:xfrm>
            <a:off x="8437189" y="374069"/>
            <a:ext cx="3543795" cy="2705478"/>
          </a:xfrm>
          <a:prstGeom prst="rect">
            <a:avLst/>
          </a:prstGeom>
          <a:noFill/>
          <a:ln>
            <a:noFill/>
          </a:ln>
        </p:spPr>
      </p:pic>
      <p:pic>
        <p:nvPicPr>
          <p:cNvPr id="351" name="Google Shape;351;p31"/>
          <p:cNvPicPr preferRelativeResize="0"/>
          <p:nvPr/>
        </p:nvPicPr>
        <p:blipFill rotWithShape="1">
          <a:blip r:embed="rId8">
            <a:alphaModFix/>
          </a:blip>
          <a:srcRect b="0" l="0" r="0" t="0"/>
          <a:stretch/>
        </p:blipFill>
        <p:spPr>
          <a:xfrm>
            <a:off x="8353142" y="3222198"/>
            <a:ext cx="3809524" cy="2800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PLAN OF ACTION</a:t>
            </a:r>
            <a:endParaRPr/>
          </a:p>
        </p:txBody>
      </p:sp>
      <p:pic>
        <p:nvPicPr>
          <p:cNvPr id="357" name="Google Shape;357;p32"/>
          <p:cNvPicPr preferRelativeResize="0"/>
          <p:nvPr>
            <p:ph idx="1" type="body"/>
          </p:nvPr>
        </p:nvPicPr>
        <p:blipFill rotWithShape="1">
          <a:blip r:embed="rId3">
            <a:alphaModFix/>
          </a:blip>
          <a:srcRect b="0" l="0" r="0" t="0"/>
          <a:stretch/>
        </p:blipFill>
        <p:spPr>
          <a:xfrm>
            <a:off x="2622489" y="1666820"/>
            <a:ext cx="7183128" cy="489136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Century Gothic"/>
              <a:buNone/>
            </a:pPr>
            <a:r>
              <a:rPr lang="en-GB"/>
              <a:t>CONCLUSION </a:t>
            </a:r>
            <a:endParaRPr/>
          </a:p>
        </p:txBody>
      </p:sp>
      <p:sp>
        <p:nvSpPr>
          <p:cNvPr id="363" name="Google Shape;363;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87338" lvl="0" marL="287338" rtl="0" algn="l">
              <a:lnSpc>
                <a:spcPct val="150000"/>
              </a:lnSpc>
              <a:spcBef>
                <a:spcPts val="0"/>
              </a:spcBef>
              <a:spcAft>
                <a:spcPts val="0"/>
              </a:spcAft>
              <a:buSzPts val="1960"/>
              <a:buChar char="◉"/>
            </a:pPr>
            <a:r>
              <a:rPr lang="en-GB" sz="2800"/>
              <a:t>Gastrointestinal tract abnormalities are very hard to notice and easy to misdiagnose. The proposed system helps us in identifying the abnormalities and give a universal diagnose. This save much times and effort for the specialist instead of manual diagnose.   </a:t>
            </a:r>
            <a:endParaRPr/>
          </a:p>
          <a:p>
            <a:pPr indent="-162878" lvl="0" marL="287338" rtl="0" algn="l">
              <a:lnSpc>
                <a:spcPct val="150000"/>
              </a:lnSpc>
              <a:spcBef>
                <a:spcPts val="840"/>
              </a:spcBef>
              <a:spcAft>
                <a:spcPts val="0"/>
              </a:spcAft>
              <a:buSzPts val="196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80799A"/>
              </a:buClr>
              <a:buSzPts val="4400"/>
              <a:buFont typeface="Times New Roman"/>
              <a:buNone/>
            </a:pPr>
            <a:r>
              <a:rPr b="1" lang="en-GB">
                <a:latin typeface="Times New Roman"/>
                <a:ea typeface="Times New Roman"/>
                <a:cs typeface="Times New Roman"/>
                <a:sym typeface="Times New Roman"/>
              </a:rPr>
              <a:t>REFERENCES</a:t>
            </a:r>
            <a:endParaRPr/>
          </a:p>
        </p:txBody>
      </p:sp>
      <p:sp>
        <p:nvSpPr>
          <p:cNvPr id="369" name="Google Shape;369;p34"/>
          <p:cNvSpPr txBox="1"/>
          <p:nvPr>
            <p:ph idx="1" type="body"/>
          </p:nvPr>
        </p:nvSpPr>
        <p:spPr>
          <a:xfrm>
            <a:off x="838200" y="1690688"/>
            <a:ext cx="10936458" cy="4949263"/>
          </a:xfrm>
          <a:prstGeom prst="rect">
            <a:avLst/>
          </a:prstGeom>
          <a:noFill/>
          <a:ln>
            <a:noFill/>
          </a:ln>
        </p:spPr>
        <p:txBody>
          <a:bodyPr anchorCtr="0" anchor="t" bIns="45700" lIns="91425" spcFirstLastPara="1" rIns="91425" wrap="square" tIns="45700">
            <a:normAutofit fontScale="47500" lnSpcReduction="20000"/>
          </a:bodyPr>
          <a:lstStyle/>
          <a:p>
            <a:pPr indent="-287338" lvl="0" marL="287338" rtl="0" algn="just">
              <a:lnSpc>
                <a:spcPct val="170000"/>
              </a:lnSpc>
              <a:spcBef>
                <a:spcPts val="0"/>
              </a:spcBef>
              <a:spcAft>
                <a:spcPts val="0"/>
              </a:spcAft>
              <a:buSzPct val="70000"/>
              <a:buChar char="◉"/>
            </a:pPr>
            <a:r>
              <a:rPr lang="en-GB" sz="4400"/>
              <a:t> J. Park et al., “Recent development of computer vision technology to improve capsule endoscopy,” Korean Society of Gastrointestinal Endoscopy, Clincal Endoscopy, vol. 52, no. 4, p. 328, 2019.</a:t>
            </a:r>
            <a:endParaRPr/>
          </a:p>
          <a:p>
            <a:pPr indent="-287338" lvl="0" marL="287338" rtl="0" algn="just">
              <a:lnSpc>
                <a:spcPct val="170000"/>
              </a:lnSpc>
              <a:spcBef>
                <a:spcPts val="627"/>
              </a:spcBef>
              <a:spcAft>
                <a:spcPts val="0"/>
              </a:spcAft>
              <a:buSzPct val="70000"/>
              <a:buChar char="◉"/>
            </a:pPr>
            <a:r>
              <a:rPr lang="en-GB" sz="4400"/>
              <a:t>M. Pellisé et al., “Impact of wide-angle, high-definition endoscopy in the diagnosis of colorectal neoplasia: A randomized controlled trial,” ,ScienceDirect ,Gastroenterology, vol. 135, no. 4, pp. 1062–1068, Oct. 2019.</a:t>
            </a:r>
            <a:endParaRPr/>
          </a:p>
          <a:p>
            <a:pPr indent="-287338" lvl="0" marL="287338" rtl="0" algn="just">
              <a:lnSpc>
                <a:spcPct val="170000"/>
              </a:lnSpc>
              <a:spcBef>
                <a:spcPts val="627"/>
              </a:spcBef>
              <a:spcAft>
                <a:spcPts val="0"/>
              </a:spcAft>
              <a:buSzPct val="70000"/>
              <a:buChar char="◉"/>
            </a:pPr>
            <a:r>
              <a:rPr lang="en-GB" sz="4400"/>
              <a:t>V. Subramanian, J. Mannath, C. Hawkey, and K. Ragunath, “High definition colonoscopy vs. Standard video endoscopy for the detection of colonic polyps: A meta-analysis,”,Thieme, Endoscopy, vol. 43, no. 06, pp. 499–505, Jun. 2011.</a:t>
            </a:r>
            <a:endParaRPr/>
          </a:p>
          <a:p>
            <a:pPr indent="-228219" lvl="0" marL="287338" rtl="0" algn="l">
              <a:lnSpc>
                <a:spcPct val="170000"/>
              </a:lnSpc>
              <a:spcBef>
                <a:spcPts val="399"/>
              </a:spcBef>
              <a:spcAft>
                <a:spcPts val="0"/>
              </a:spcAft>
              <a:buSzPct val="7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5"/>
          <p:cNvSpPr txBox="1"/>
          <p:nvPr>
            <p:ph idx="1" type="body"/>
          </p:nvPr>
        </p:nvSpPr>
        <p:spPr>
          <a:xfrm>
            <a:off x="328246" y="771839"/>
            <a:ext cx="11535508" cy="5516419"/>
          </a:xfrm>
          <a:prstGeom prst="rect">
            <a:avLst/>
          </a:prstGeom>
          <a:noFill/>
          <a:ln>
            <a:noFill/>
          </a:ln>
        </p:spPr>
        <p:txBody>
          <a:bodyPr anchorCtr="0" anchor="t" bIns="45700" lIns="91425" spcFirstLastPara="1" rIns="91425" wrap="square" tIns="45700">
            <a:normAutofit fontScale="85000" lnSpcReduction="10000"/>
          </a:bodyPr>
          <a:lstStyle/>
          <a:p>
            <a:pPr indent="-287338" lvl="0" marL="287338" rtl="0" algn="just">
              <a:lnSpc>
                <a:spcPct val="150000"/>
              </a:lnSpc>
              <a:spcBef>
                <a:spcPts val="0"/>
              </a:spcBef>
              <a:spcAft>
                <a:spcPts val="0"/>
              </a:spcAft>
              <a:buSzPct val="70000"/>
              <a:buChar char="◉"/>
            </a:pPr>
            <a:r>
              <a:rPr lang="en-GB" sz="2800"/>
              <a:t> F. Mahmood, R. Chen, and N. J. Durr, “Unsupervised reverse domain adaptation for synthetic medical images via adversarial training,” IEEE Transactions on Medical Imaging, vol. 37, no. 12, pp. 2572–2581, Dec. 2018. </a:t>
            </a:r>
            <a:endParaRPr sz="2800"/>
          </a:p>
          <a:p>
            <a:pPr indent="-287338" lvl="0" marL="287338" rtl="0" algn="just">
              <a:lnSpc>
                <a:spcPct val="150000"/>
              </a:lnSpc>
              <a:spcBef>
                <a:spcPts val="714"/>
              </a:spcBef>
              <a:spcAft>
                <a:spcPts val="0"/>
              </a:spcAft>
              <a:buSzPct val="70000"/>
              <a:buChar char="◉"/>
            </a:pPr>
            <a:r>
              <a:rPr lang="en-GB" sz="2800"/>
              <a:t> F. Mahmood and N. J. Durr, “Deep learning and conditional random fields-based depth estimation and topographical reconstruction from conventional endoscopy,”, ScienceDirect Medical Image Analysis, vol. 48, pp. 230–243, Aug. 2018.</a:t>
            </a:r>
            <a:endParaRPr/>
          </a:p>
          <a:p>
            <a:pPr indent="-287338" lvl="0" marL="287338" rtl="0" algn="just">
              <a:lnSpc>
                <a:spcPct val="150000"/>
              </a:lnSpc>
              <a:spcBef>
                <a:spcPts val="714"/>
              </a:spcBef>
              <a:spcAft>
                <a:spcPts val="0"/>
              </a:spcAft>
              <a:buSzPct val="70000"/>
              <a:buChar char="◉"/>
            </a:pPr>
            <a:r>
              <a:rPr lang="en-GB" sz="2800"/>
              <a:t>C. F. Sabottke and B. M. Spieler, “The effect of image resolution on deep learning in radiography,” RSNA, Radiolofy, Artificial Intelligence., vol. 2, no. 1, Jan. 2020,  Art. no. e190015</a:t>
            </a:r>
            <a:endParaRPr sz="2800">
              <a:solidFill>
                <a:srgbClr val="202124"/>
              </a:solidFill>
            </a:endParaRPr>
          </a:p>
          <a:p>
            <a:pPr indent="-181547" lvl="0" marL="287338" rtl="0" algn="l">
              <a:lnSpc>
                <a:spcPct val="150000"/>
              </a:lnSpc>
              <a:spcBef>
                <a:spcPts val="714"/>
              </a:spcBef>
              <a:spcAft>
                <a:spcPts val="0"/>
              </a:spcAft>
              <a:buSzPct val="7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6"/>
          <p:cNvSpPr txBox="1"/>
          <p:nvPr/>
        </p:nvSpPr>
        <p:spPr>
          <a:xfrm>
            <a:off x="3810000" y="2921168"/>
            <a:ext cx="4572000" cy="1015663"/>
          </a:xfrm>
          <a:prstGeom prst="rect">
            <a:avLst/>
          </a:prstGeom>
          <a:no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6000">
                <a:solidFill>
                  <a:schemeClr val="dk1"/>
                </a:solidFill>
                <a:latin typeface="Century Gothic"/>
                <a:ea typeface="Century Gothic"/>
                <a:cs typeface="Century Gothic"/>
                <a:sym typeface="Century Gothic"/>
              </a:rPr>
              <a:t>THANK YOU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Watermark Design Template">
  <a:themeElements>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Violet">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2022-05-23T16:00:46Z</dcterms:created>
  <dc:creator>tsuki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7.4068E7</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